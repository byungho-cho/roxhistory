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png" ContentType="image/png"/>
</Types>
</file>

<file path=_rels/.rels>&#65279;<?xml version="1.0" encoding="utf-8"?><Relationships xmlns="http://schemas.openxmlformats.org/package/2006/relationships"><Relationship Type="http://schemas.openxmlformats.org/package/2006/relationships/metadata/core-properties" Target="/docProps/core.xml" Id="R68a6c22fd43c4140" /><Relationship Type="http://schemas.openxmlformats.org/officeDocument/2006/relationships/extended-properties" Target="/docProps/app.xml" Id="R33cd1cf8a42247bd" /><Relationship Type="http://schemas.openxmlformats.org/officeDocument/2006/relationships/officeDocument" Target="/ppt/presentation.xml" Id="R1d0feefea6344918" /></Relationships>
</file>

<file path=ppt/presentation.xml><?xml version="1.0" encoding="utf-8"?>
<p:presentation xmlns:p="http://schemas.openxmlformats.org/presentationml/2006/main">
  <p:sldMasterIdLst>
    <p:sldMasterId xmlns:r="http://schemas.openxmlformats.org/officeDocument/2006/relationships" id="2147483648" r:id="R3b31892c8e1a4f48"/>
  </p:sldMasterIdLst>
  <p:notesMasterIdLst>
    <p:notesMasterId xmlns:r="http://schemas.openxmlformats.org/officeDocument/2006/relationships" r:id="R975017030b08421c"/>
  </p:notesMasterIdLst>
  <p:sldIdLst>
    <p:sldId xmlns:r="http://schemas.openxmlformats.org/officeDocument/2006/relationships" id="256" r:id="Rc01804c252184a3e"/>
    <p:sldId xmlns:r="http://schemas.openxmlformats.org/officeDocument/2006/relationships" id="257" r:id="R6a274e7633ff40c0"/>
    <p:sldId xmlns:r="http://schemas.openxmlformats.org/officeDocument/2006/relationships" id="258" r:id="Rf87e1b83015d4c6e"/>
    <p:sldId xmlns:r="http://schemas.openxmlformats.org/officeDocument/2006/relationships" id="259" r:id="R83da71f00a6d4aba"/>
    <p:sldId xmlns:r="http://schemas.openxmlformats.org/officeDocument/2006/relationships" id="260" r:id="Rc7659e4414ac4db5"/>
    <p:sldId xmlns:r="http://schemas.openxmlformats.org/officeDocument/2006/relationships" id="261" r:id="R71f8795b837c4f0e"/>
    <p:sldId xmlns:r="http://schemas.openxmlformats.org/officeDocument/2006/relationships" id="262" r:id="R43b2ca07dd2d4970"/>
    <p:sldId xmlns:r="http://schemas.openxmlformats.org/officeDocument/2006/relationships" id="263" r:id="R9694d0c2242c45c1"/>
    <p:sldId xmlns:r="http://schemas.openxmlformats.org/officeDocument/2006/relationships" id="264" r:id="R264effa3cec043d4"/>
    <p:sldId xmlns:r="http://schemas.openxmlformats.org/officeDocument/2006/relationships" id="266" r:id="rIdVisualConcept"/>
    <p:sldId xmlns:r="http://schemas.openxmlformats.org/officeDocument/2006/relationships" id="265" r:id="R2fad091c020a4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fc1682cd6c1f4054"/><Relationship Type="http://schemas.openxmlformats.org/officeDocument/2006/relationships/slideMaster" Target="/ppt/slideMasters/slideMaster1.xml" Id="R3b31892c8e1a4f48"/><Relationship Type="http://schemas.openxmlformats.org/officeDocument/2006/relationships/notesMaster" Target="/ppt/notesMasters/notesMaster1.xml" Id="R975017030b08421c"/><Relationship Type="http://schemas.openxmlformats.org/officeDocument/2006/relationships/presProps" Target="/ppt/presProps.xml" Id="R9a58499aa85b42fb"/><Relationship Type="http://schemas.openxmlformats.org/officeDocument/2006/relationships/tableStyles" Target="/ppt/tableStyles.xml" Id="R4e813c1144224c06"/><Relationship Type="http://schemas.openxmlformats.org/officeDocument/2006/relationships/slide" Target="/ppt/slides/slide1.xml" Id="Rc01804c252184a3e"/><Relationship Type="http://schemas.openxmlformats.org/officeDocument/2006/relationships/slide" Target="/ppt/slides/slide2.xml" Id="R6a274e7633ff40c0"/><Relationship Type="http://schemas.openxmlformats.org/officeDocument/2006/relationships/slide" Target="/ppt/slides/slide3.xml" Id="Rf87e1b83015d4c6e"/><Relationship Type="http://schemas.openxmlformats.org/officeDocument/2006/relationships/slide" Target="/ppt/slides/slide4.xml" Id="R83da71f00a6d4aba"/><Relationship Type="http://schemas.openxmlformats.org/officeDocument/2006/relationships/slide" Target="/ppt/slides/slide5.xml" Id="Rc7659e4414ac4db5"/><Relationship Type="http://schemas.openxmlformats.org/officeDocument/2006/relationships/slide" Target="/ppt/slides/slide6.xml" Id="R71f8795b837c4f0e"/><Relationship Type="http://schemas.openxmlformats.org/officeDocument/2006/relationships/slide" Target="/ppt/slides/slide7.xml" Id="R43b2ca07dd2d4970"/><Relationship Type="http://schemas.openxmlformats.org/officeDocument/2006/relationships/slide" Target="/ppt/slides/slide8.xml" Id="R9694d0c2242c45c1"/><Relationship Type="http://schemas.openxmlformats.org/officeDocument/2006/relationships/slide" Target="/ppt/slides/slide9.xml" Id="R264effa3cec043d4"/><Relationship Type="http://schemas.openxmlformats.org/officeDocument/2006/relationships/slide" Target="/ppt/slides/slide10.xml" Id="R2fad091c020a4d30"/><Relationship Id="rIdVisualConcept" Type="http://schemas.openxmlformats.org/officeDocument/2006/relationships/slide" Target="slides/slide1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1baf396eee4c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3a1b75447b4d5f" /><Relationship Type="http://schemas.openxmlformats.org/officeDocument/2006/relationships/notesMaster" Target="/ppt/notesMasters/notesMaster1.xml" Id="R849d0cef5e174f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5f999cd4f6423a" /><Relationship Type="http://schemas.openxmlformats.org/officeDocument/2006/relationships/notesMaster" Target="/ppt/notesMasters/notesMaster1.xml" Id="R2263f3c8436f4d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4cb7cbef29497b" /><Relationship Type="http://schemas.openxmlformats.org/officeDocument/2006/relationships/notesMaster" Target="/ppt/notesMasters/notesMaster1.xml" Id="Rf103c1b3030645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0a1328c9394720" /><Relationship Type="http://schemas.openxmlformats.org/officeDocument/2006/relationships/notesMaster" Target="/ppt/notesMasters/notesMaster1.xml" Id="R04477f2824774e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9bb917816483b" /><Relationship Type="http://schemas.openxmlformats.org/officeDocument/2006/relationships/notesMaster" Target="/ppt/notesMasters/notesMaster1.xml" Id="R188c1563821945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a315d117304ba4" /><Relationship Type="http://schemas.openxmlformats.org/officeDocument/2006/relationships/notesMaster" Target="/ppt/notesMasters/notesMaster1.xml" Id="R141f0b5cd4da4d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c29f84f2f247e1" /><Relationship Type="http://schemas.openxmlformats.org/officeDocument/2006/relationships/notesMaster" Target="/ppt/notesMasters/notesMaster1.xml" Id="Rb4e0cd5541eb40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3520764a6d4fb6" /><Relationship Type="http://schemas.openxmlformats.org/officeDocument/2006/relationships/notesMaster" Target="/ppt/notesMasters/notesMaster1.xml" Id="Rd1adb24e07d441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f1f0bd167f46a7" /><Relationship Type="http://schemas.openxmlformats.org/officeDocument/2006/relationships/notesMaster" Target="/ppt/notesMasters/notesMaster1.xml" Id="R61f2252c1afa4a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1ae0f18926486f" /><Relationship Type="http://schemas.openxmlformats.org/officeDocument/2006/relationships/notesMaster" Target="/ppt/notesMasters/notesMaster1.xml" Id="R5e25f6a51fe24610" /></Relationships>
</file>

<file path=ppt/notesSlides/_rels/notesSlide11.xml.rels><?xml version='1.0' encoding='utf-8'?>
<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기존 생존 RPG 상세안을 보존한 검토 자료다. 장르와 세부 규칙의 최종 승인 문서가 아니다. 원본의 사냥·마을 성장·3개 경로·약 40장·계승 구상을 후속 슬라이드에 유지한다.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보존한 초기 생존 RPG 구상의 개념도다. 실제 기능 순서와 밸런스는 후속 설계한다. 필수 퀴즈나 긴 교육 설명으로 플레이를 끊지 않는 방향이다. 구체 장르는 최신 정합본에서 재확인 대상으로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세 지역은 미확정이다. 전곡리·수양개, 암사동, 동삼동은 유형별 후보다. 구석기와 신석기의 시기 차이, 공통 사건에 합류하는 시간 설정을 검토한다. 고정 직업 구조가 아니며 기존 상세안이다.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화면 흐름의 도식이며 실제 지도나 지리적 위치를 그린 그림이 아니다. 한반도 전역과 북방 확장 지역을 검토하되 정확한 위치와 시대 지형은 조사한다. 선사 해안선이 현재와 같다고 가정하지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초기 기획의 합류 구조다. 실제 국가 형성과 촌락 관계를 단일 침략이나 합병으로 확정하지 않는다. 경로별 시간 차이와 시대 정합성을 먼저 검토한다.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약 40장은 확정 분량이 아닌 기존 상세안의 목표다. 고조선 이후 삼국 성장까지의 중간 과정과 실존 인물·플레이어 관계를 후속 검토한다.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초기 시대 전환·계승 구상이며 재확인 대상이다. 실제 역사에서 매번 세계가 멸망했다는 뜻이 아니다. 계승 비율, 물자 변환과 보너스는 미정이다.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역사적 사실, 해석과 게임 창작을 구분한다. 고구려의 옛 영역을 검토 범위로 삼되 선사문화를 고구려 문화로 단정하지 않는다. 고조선·삼국 영역 지도는 아직 확정하지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2026-10-29 사용자 대화: 아기자기한 2.5D 1안을 선호하는 잠정 방향. 최종 확정은 아니다. 생성 비주얼 3개 원본의 내용과 비율을 유지한 비교안이며 실제 역사 복원도·확정 게임 화면·최종 에셋이 아니다. 사냥 대상, 전리품과 다음 성장 목표가 먼저 보이도록 검토한다.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docs/synopsis-v0.1-handover.md, docs/synopsis-v0.1.md, docs/decision-register-v0.1.md 및 사용자 대화. 2026-10-29 발표자료 개편. 최신 기준과 기존 상세안을 구분한다. 2.5D 1안은 우선 검토 방향이며 최종 확정은 아니다.</a:t>
            </a:r>
          </a:p>
          <a:p xmlns:a="http://schemas.openxmlformats.org/drawingml/2006/main">
            <a:r>
              <a:t>현재 기준은 docs/synopsis-v0.1-handover.md와 결정 기록이다. 이 자료의 구체 게임 규칙은 기존 상세안으로 재확인한다. React·TypeScript를 우선 검토하며 특정 엔진은 미확정이다. Figma https://www.figma.com/design/zkbflw9fCdAlWbphhw5pSS 는 구조 초안이다.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cNvSpPr txBox="1"/>
          <p:nvPr/>
        </p:nvSpPr>
        <p:spPr>
          <a:xfrm>
            <a:off x="0" y="0"/>
            <a:ext cx="6667500" cy="4762500"/>
          </a:xfrm>
          <a:prstGeom prst="rect">
            <a:avLst/>
          </a:prstGeom>
          <a:noFill/>
          <a:ln>
            <a:noFill/>
          </a:ln>
        </p:spPr>
        <p:txBody>
          <a:bodyPr wrap="square" lIns="0" rIns="0" tIns="0" bIns="0" anchor="t"/>
          <a:lstStyle/>
          <a:p>
            <a:r>
              <a:rPr lang="ko-KR" sz="1500">
                <a:solidFill>
                  <a:srgbClr val="222B38"/>
                </a:solidFill>
                <a:latin typeface="Malgun Gothic"/>
                <a:ea typeface="Malgun Gothic"/>
              </a:rPr>
              <a:t>사용자 요청: 전체 스타일은 아기자기한 2.5D 1안으로 사용하고 2안의 자연광, 배경 깊이, 재질 표현과 사냥 동작만 접목한다. 한 화면으로 통합한 시각 검토용 생성 이미지이며 실제 구현 화면이나 고증 승인 자료가 아니다. 화면 속 UI는 이미지 일부다. 원본: assets/visual-direction-1-enhanced.png. 앞선 09장 비교 다음에 추가했으며 기존 마지막 장은 11장으로 이동한다.</a:t>
            </a:r>
            <a:endParaRPr lang="ko-KR" sz="1500"/>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ef8877aaa649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323c421ac740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4bb961eaf94b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3eaddac8b742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88ce9a18544a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c755aa95214c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435E5B-E86D-4535-8240-D7968E829C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A696F0-BA6D-4F27-9978-A2CE6857E1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B69224-1D38-4081-B413-644589365C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0A5B74-3977-4841-A123-6E02ED7C26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4E27DE-27EA-496A-ADF8-54647638ED2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3210CA-6CC1-4F89-8518-74DBF2D0BB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06FF18-C468-45E8-9923-9C9BC0B190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33B001-D747-4459-9BB6-B6E17CA14A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71DA35-9AF1-4185-AE34-5697AF778E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03578C-3AC8-4208-805D-B6093A675F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5d8a43e8a9418c" /><Relationship Type="http://schemas.openxmlformats.org/officeDocument/2006/relationships/slideLayout" Target="/ppt/slideLayouts/slideLayout1.xml" Id="R23aab439b79a4050" /><Relationship Type="http://schemas.openxmlformats.org/officeDocument/2006/relationships/slideLayout" Target="/ppt/slideLayouts/slideLayout2.xml" Id="R42e18c89f22e4331" /><Relationship Type="http://schemas.openxmlformats.org/officeDocument/2006/relationships/slideLayout" Target="/ppt/slideLayouts/slideLayout3.xml" Id="R7e6efff5060b48ac" /><Relationship Type="http://schemas.openxmlformats.org/officeDocument/2006/relationships/slideLayout" Target="/ppt/slideLayouts/slideLayout4.xml" Id="R7c50bc9d7b044e4e" /><Relationship Type="http://schemas.openxmlformats.org/officeDocument/2006/relationships/slideLayout" Target="/ppt/slideLayouts/slideLayout5.xml" Id="R6a53fea15d70402e" /><Relationship Type="http://schemas.openxmlformats.org/officeDocument/2006/relationships/slideLayout" Target="/ppt/slideLayouts/slideLayout6.xml" Id="R4dbc9891c16b45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aab439b79a4050"/>
    <p:sldLayoutId xmlns:r="http://schemas.openxmlformats.org/officeDocument/2006/relationships" id="2147483650" r:id="R42e18c89f22e4331"/>
    <p:sldLayoutId xmlns:r="http://schemas.openxmlformats.org/officeDocument/2006/relationships" id="2147483651" r:id="R7e6efff5060b48ac"/>
    <p:sldLayoutId xmlns:r="http://schemas.openxmlformats.org/officeDocument/2006/relationships" id="2147483652" r:id="R7c50bc9d7b044e4e"/>
    <p:sldLayoutId xmlns:r="http://schemas.openxmlformats.org/officeDocument/2006/relationships" id="2147483653" r:id="R6a53fea15d70402e"/>
    <p:sldLayoutId xmlns:r="http://schemas.openxmlformats.org/officeDocument/2006/relationships" id="2147483654" r:id="R4dbc9891c16b45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68d54ca03648e2" /><Relationship Type="http://schemas.openxmlformats.org/officeDocument/2006/relationships/notesSlide" Target="/ppt/notesSlides/notesSlide1.xml" Id="R81eba5fc28414d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f54526cc32423b" /><Relationship Type="http://schemas.openxmlformats.org/officeDocument/2006/relationships/notesSlide" Target="/ppt/notesSlides/notesSlide2.xml" Id="R45ec05df423f46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026276ae824fec" /><Relationship Type="http://schemas.openxmlformats.org/officeDocument/2006/relationships/notesSlide" Target="/ppt/notesSlides/notesSlide3.xml" Id="R5e4fb382e4c045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334d5998794f79" /><Relationship Type="http://schemas.openxmlformats.org/officeDocument/2006/relationships/notesSlide" Target="/ppt/notesSlides/notesSlide4.xml" Id="R7c0ae52745ed43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d828f2dd5904576" /><Relationship Type="http://schemas.openxmlformats.org/officeDocument/2006/relationships/notesSlide" Target="/ppt/notesSlides/notesSlide5.xml" Id="R87df7c0a544f4f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a619e2c1824f6d" /><Relationship Type="http://schemas.openxmlformats.org/officeDocument/2006/relationships/notesSlide" Target="/ppt/notesSlides/notesSlide6.xml" Id="R435bae308bf947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4f2b0b663a4791" /><Relationship Type="http://schemas.openxmlformats.org/officeDocument/2006/relationships/notesSlide" Target="/ppt/notesSlides/notesSlide7.xml" Id="Ree1b995c97dd47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373d2c43014e5e" /><Relationship Type="http://schemas.openxmlformats.org/officeDocument/2006/relationships/notesSlide" Target="/ppt/notesSlides/notesSlide8.xml" Id="R0d10a89a8f2e4a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931ff16451c45bf" /><Relationship Type="http://schemas.openxmlformats.org/officeDocument/2006/relationships/image" Target="/ppt/media/image.jpeg" Id="Rac9a11455b984219" /><Relationship Type="http://schemas.openxmlformats.org/officeDocument/2006/relationships/image" Target="/ppt/media/image2.jpeg" Id="R9e879cdfbb3e4bc6" /><Relationship Type="http://schemas.openxmlformats.org/officeDocument/2006/relationships/image" Target="/ppt/media/image3.jpeg" Id="Re993d567e11640bd" /><Relationship Type="http://schemas.openxmlformats.org/officeDocument/2006/relationships/notesSlide" Target="/ppt/notesSlides/notesSlide9.xml" Id="R8229bd334e8744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c8d9dbed5114eee" /><Relationship Type="http://schemas.openxmlformats.org/officeDocument/2006/relationships/notesSlide" Target="/ppt/notesSlides/notesSlide10.xml" Id="R62b54b69d0cc4fde" /></Relationships>
</file>

<file path=ppt/slides/_rels/slide11.xml.rels><?xml version='1.0' encoding='utf-8'?>
<Relationships xmlns="http://schemas.openxmlformats.org/package/2006/relationships"><Relationship Id="rIdConceptImage" Type="http://schemas.openxmlformats.org/officeDocument/2006/relationships/image" Target="../media/visual-direction-1-enhanced.png"/><Relationship Id="rIdLayout" Type="http://schemas.openxmlformats.org/officeDocument/2006/relationships/slideLayout" Target="/ppt/slideLayouts/slideLayout6.xml"/><Relationship Id="rIdNotes" Type="http://schemas.openxmlformats.org/officeDocument/2006/relationships/notesSlide" Target="../notesSlides/notesSlide11.xml"/></Relationships>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footer-rule">
            <a:extLst xmlns:a="http://schemas.openxmlformats.org/drawingml/2006/main">
              <a:ext uri="{FF2B5EF4-FFF2-40B4-BE49-F238E27FC236}">
                <a16:creationId xmlns:a16="http://schemas.microsoft.com/office/drawing/2014/main" id="{09C010C8-DC03-4CCF-BD9C-03D32DE19761}"/>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2" name="footer">
            <a:extLst xmlns:a="http://schemas.openxmlformats.org/drawingml/2006/main">
              <a:ext uri="{FF2B5EF4-FFF2-40B4-BE49-F238E27FC236}">
                <a16:creationId xmlns:a16="http://schemas.microsoft.com/office/drawing/2014/main" id="{C29E93F1-192A-4EE2-AEC4-D857BF713A2E}"/>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3" name="page">
            <a:extLst xmlns:a="http://schemas.openxmlformats.org/drawingml/2006/main">
              <a:ext uri="{FF2B5EF4-FFF2-40B4-BE49-F238E27FC236}">
                <a16:creationId xmlns:a16="http://schemas.microsoft.com/office/drawing/2014/main" id="{39221779-62B0-48D1-8518-37EF41E8DA1F}"/>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01</a:t>
            </a:r>
          </a:p>
        </p:txBody>
      </p:sp>
      <p:sp>
        <p:nvSpPr>
          <p:cNvPr id="4" name="brand">
            <a:extLst xmlns:a="http://schemas.openxmlformats.org/drawingml/2006/main">
              <a:ext uri="{FF2B5EF4-FFF2-40B4-BE49-F238E27FC236}">
                <a16:creationId xmlns:a16="http://schemas.microsoft.com/office/drawing/2014/main" id="{C2637B33-BB31-4E7C-8283-9E4BDA7B48AF}"/>
              </a:ext>
            </a:extLst>
          </p:cNvPr>
          <p:cNvSpPr>
            <a:spLocks xmlns:a="http://schemas.openxmlformats.org/drawingml/2006/main" noGrp="1"/>
          </p:cNvSpPr>
          <p:nvPr/>
        </p:nvSpPr>
        <p:spPr>
          <a:xfrm xmlns:a="http://schemas.openxmlformats.org/drawingml/2006/main">
            <a:off x="685800" y="666750"/>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050" b="1">
                <a:solidFill>
                  <a:srgbClr val="BA563E"/>
                </a:solidFill>
                <a:latin typeface="Malgun Gothic"/>
                <a:ea typeface="Malgun Gothic"/>
                <a:cs typeface="Malgun Gothic"/>
              </a:defRPr>
            </a:defPPr>
            <a:lvl1pPr>
              <a:defRPr sz="4050" b="1">
                <a:solidFill>
                  <a:srgbClr val="BA563E"/>
                </a:solidFill>
                <a:latin typeface="Malgun Gothic"/>
                <a:ea typeface="Malgun Gothic"/>
                <a:cs typeface="Malgun Gothic"/>
              </a:defRPr>
            </a:lvl1pPr>
            <a:lvl2pPr>
              <a:defRPr sz="4050" b="1">
                <a:solidFill>
                  <a:srgbClr val="BA563E"/>
                </a:solidFill>
                <a:latin typeface="Malgun Gothic"/>
                <a:ea typeface="Malgun Gothic"/>
                <a:cs typeface="Malgun Gothic"/>
              </a:defRPr>
            </a:lvl2pPr>
            <a:lvl3pPr>
              <a:defRPr sz="4050" b="1">
                <a:solidFill>
                  <a:srgbClr val="BA563E"/>
                </a:solidFill>
                <a:latin typeface="Malgun Gothic"/>
                <a:ea typeface="Malgun Gothic"/>
                <a:cs typeface="Malgun Gothic"/>
              </a:defRPr>
            </a:lvl3pPr>
            <a:lvl4pPr>
              <a:defRPr sz="4050" b="1">
                <a:solidFill>
                  <a:srgbClr val="BA563E"/>
                </a:solidFill>
                <a:latin typeface="Malgun Gothic"/>
                <a:ea typeface="Malgun Gothic"/>
                <a:cs typeface="Malgun Gothic"/>
              </a:defRPr>
            </a:lvl4pPr>
            <a:lvl5pPr>
              <a:defRPr sz="4050" b="1">
                <a:solidFill>
                  <a:srgbClr val="BA563E"/>
                </a:solidFill>
                <a:latin typeface="Malgun Gothic"/>
                <a:ea typeface="Malgun Gothic"/>
                <a:cs typeface="Malgun Gothic"/>
              </a:defRPr>
            </a:lvl5pPr>
            <a:lvl6pPr>
              <a:defRPr sz="4050" b="1">
                <a:solidFill>
                  <a:srgbClr val="BA563E"/>
                </a:solidFill>
                <a:latin typeface="Malgun Gothic"/>
                <a:ea typeface="Malgun Gothic"/>
                <a:cs typeface="Malgun Gothic"/>
              </a:defRPr>
            </a:lvl6pPr>
            <a:lvl7pPr>
              <a:defRPr sz="4050" b="1">
                <a:solidFill>
                  <a:srgbClr val="BA563E"/>
                </a:solidFill>
                <a:latin typeface="Malgun Gothic"/>
                <a:ea typeface="Malgun Gothic"/>
                <a:cs typeface="Malgun Gothic"/>
              </a:defRPr>
            </a:lvl7pPr>
            <a:lvl8pPr>
              <a:defRPr sz="4050" b="1">
                <a:solidFill>
                  <a:srgbClr val="BA563E"/>
                </a:solidFill>
                <a:latin typeface="Malgun Gothic"/>
                <a:ea typeface="Malgun Gothic"/>
                <a:cs typeface="Malgun Gothic"/>
              </a:defRPr>
            </a:lvl8pPr>
            <a:lvl9pPr>
              <a:defRPr sz="4050" b="1">
                <a:solidFill>
                  <a:srgbClr val="BA563E"/>
                </a:solidFill>
                <a:latin typeface="Malgun Gothic"/>
                <a:ea typeface="Malgun Gothic"/>
                <a:cs typeface="Malgun Gothic"/>
              </a:defRPr>
            </a:lvl9pPr>
          </a:lstStyle>
          <a:p xmlns:a="http://schemas.openxmlformats.org/drawingml/2006/main">
            <a:pPr>
              <a:defRPr sz="4050" b="1">
                <a:solidFill>
                  <a:srgbClr val="BA563E"/>
                </a:solidFill>
                <a:latin typeface="Malgun Gothic"/>
                <a:ea typeface="Malgun Gothic"/>
                <a:cs typeface="Malgun Gothic"/>
              </a:defRPr>
            </a:pPr>
            <a:r>
              <a:rPr sz="4050" b="1">
                <a:solidFill>
                  <a:srgbClr val="BA563E"/>
                </a:solidFill>
                <a:latin typeface="Malgun Gothic"/>
                <a:ea typeface="Malgun Gothic"/>
                <a:cs typeface="Malgun Gothic"/>
              </a:rPr>
              <a:t>RoxHistory</a:t>
            </a:r>
          </a:p>
        </p:txBody>
      </p:sp>
      <p:sp>
        <p:nvSpPr>
          <p:cNvPr id="5" name="cover-title">
            <a:extLst xmlns:a="http://schemas.openxmlformats.org/drawingml/2006/main">
              <a:ext uri="{FF2B5EF4-FFF2-40B4-BE49-F238E27FC236}">
                <a16:creationId xmlns:a16="http://schemas.microsoft.com/office/drawing/2014/main" id="{1FEB61B6-FD3E-4A72-A438-CDCA92FCFC58}"/>
              </a:ext>
            </a:extLst>
          </p:cNvPr>
          <p:cNvSpPr>
            <a:spLocks xmlns:a="http://schemas.openxmlformats.org/drawingml/2006/main" noGrp="1"/>
          </p:cNvSpPr>
          <p:nvPr/>
        </p:nvSpPr>
        <p:spPr>
          <a:xfrm xmlns:a="http://schemas.openxmlformats.org/drawingml/2006/main">
            <a:off x="685800" y="2076450"/>
            <a:ext cx="108204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5100" b="1">
                <a:solidFill>
                  <a:srgbClr val="222B38"/>
                </a:solidFill>
                <a:latin typeface="Malgun Gothic"/>
                <a:ea typeface="Malgun Gothic"/>
                <a:cs typeface="Malgun Gothic"/>
              </a:defRPr>
            </a:defPPr>
            <a:lvl1pPr>
              <a:defRPr sz="5100" b="1">
                <a:solidFill>
                  <a:srgbClr val="222B38"/>
                </a:solidFill>
                <a:latin typeface="Malgun Gothic"/>
                <a:ea typeface="Malgun Gothic"/>
                <a:cs typeface="Malgun Gothic"/>
              </a:defRPr>
            </a:lvl1pPr>
            <a:lvl2pPr>
              <a:defRPr sz="5100" b="1">
                <a:solidFill>
                  <a:srgbClr val="222B38"/>
                </a:solidFill>
                <a:latin typeface="Malgun Gothic"/>
                <a:ea typeface="Malgun Gothic"/>
                <a:cs typeface="Malgun Gothic"/>
              </a:defRPr>
            </a:lvl2pPr>
            <a:lvl3pPr>
              <a:defRPr sz="5100" b="1">
                <a:solidFill>
                  <a:srgbClr val="222B38"/>
                </a:solidFill>
                <a:latin typeface="Malgun Gothic"/>
                <a:ea typeface="Malgun Gothic"/>
                <a:cs typeface="Malgun Gothic"/>
              </a:defRPr>
            </a:lvl3pPr>
            <a:lvl4pPr>
              <a:defRPr sz="5100" b="1">
                <a:solidFill>
                  <a:srgbClr val="222B38"/>
                </a:solidFill>
                <a:latin typeface="Malgun Gothic"/>
                <a:ea typeface="Malgun Gothic"/>
                <a:cs typeface="Malgun Gothic"/>
              </a:defRPr>
            </a:lvl4pPr>
            <a:lvl5pPr>
              <a:defRPr sz="5100" b="1">
                <a:solidFill>
                  <a:srgbClr val="222B38"/>
                </a:solidFill>
                <a:latin typeface="Malgun Gothic"/>
                <a:ea typeface="Malgun Gothic"/>
                <a:cs typeface="Malgun Gothic"/>
              </a:defRPr>
            </a:lvl5pPr>
            <a:lvl6pPr>
              <a:defRPr sz="5100" b="1">
                <a:solidFill>
                  <a:srgbClr val="222B38"/>
                </a:solidFill>
                <a:latin typeface="Malgun Gothic"/>
                <a:ea typeface="Malgun Gothic"/>
                <a:cs typeface="Malgun Gothic"/>
              </a:defRPr>
            </a:lvl6pPr>
            <a:lvl7pPr>
              <a:defRPr sz="5100" b="1">
                <a:solidFill>
                  <a:srgbClr val="222B38"/>
                </a:solidFill>
                <a:latin typeface="Malgun Gothic"/>
                <a:ea typeface="Malgun Gothic"/>
                <a:cs typeface="Malgun Gothic"/>
              </a:defRPr>
            </a:lvl7pPr>
            <a:lvl8pPr>
              <a:defRPr sz="5100" b="1">
                <a:solidFill>
                  <a:srgbClr val="222B38"/>
                </a:solidFill>
                <a:latin typeface="Malgun Gothic"/>
                <a:ea typeface="Malgun Gothic"/>
                <a:cs typeface="Malgun Gothic"/>
              </a:defRPr>
            </a:lvl8pPr>
            <a:lvl9pPr>
              <a:defRPr sz="5100" b="1">
                <a:solidFill>
                  <a:srgbClr val="222B38"/>
                </a:solidFill>
                <a:latin typeface="Malgun Gothic"/>
                <a:ea typeface="Malgun Gothic"/>
                <a:cs typeface="Malgun Gothic"/>
              </a:defRPr>
            </a:lvl9pPr>
          </a:lstStyle>
          <a:p xmlns:a="http://schemas.openxmlformats.org/drawingml/2006/main">
            <a:pPr>
              <a:defRPr sz="5100" b="1">
                <a:solidFill>
                  <a:srgbClr val="222B38"/>
                </a:solidFill>
                <a:latin typeface="Malgun Gothic"/>
                <a:ea typeface="Malgun Gothic"/>
                <a:cs typeface="Malgun Gothic"/>
              </a:defRPr>
            </a:pPr>
            <a:r>
              <a:rPr sz="5100" b="1">
                <a:solidFill>
                  <a:srgbClr val="222B38"/>
                </a:solidFill>
                <a:latin typeface="Malgun Gothic"/>
                <a:ea typeface="Malgun Gothic"/>
                <a:cs typeface="Malgun Gothic"/>
              </a:rPr>
              <a:t>모험과 성장으로 만나는</a:t>
            </a:r>
          </a:p>
          <a:p xmlns:a="http://schemas.openxmlformats.org/drawingml/2006/main">
            <a:pPr>
              <a:defRPr sz="5100" b="1">
                <a:solidFill>
                  <a:srgbClr val="222B38"/>
                </a:solidFill>
                <a:latin typeface="Malgun Gothic"/>
                <a:ea typeface="Malgun Gothic"/>
                <a:cs typeface="Malgun Gothic"/>
              </a:defRPr>
            </a:pPr>
            <a:r>
              <a:rPr sz="5100" b="1">
                <a:solidFill>
                  <a:srgbClr val="222B38"/>
                </a:solidFill>
                <a:latin typeface="Malgun Gothic"/>
                <a:ea typeface="Malgun Gothic"/>
                <a:cs typeface="Malgun Gothic"/>
              </a:rPr>
              <a:t>한국사의 큰 흐름</a:t>
            </a:r>
          </a:p>
        </p:txBody>
      </p:sp>
      <p:sp>
        <p:nvSpPr>
          <p:cNvPr id="6" name="cover-subtitle">
            <a:extLst xmlns:a="http://schemas.openxmlformats.org/drawingml/2006/main">
              <a:ext uri="{FF2B5EF4-FFF2-40B4-BE49-F238E27FC236}">
                <a16:creationId xmlns:a16="http://schemas.microsoft.com/office/drawing/2014/main" id="{65DEAE7C-0806-4E33-9471-E814A25FCA0A}"/>
              </a:ext>
            </a:extLst>
          </p:cNvPr>
          <p:cNvSpPr>
            <a:spLocks xmlns:a="http://schemas.openxmlformats.org/drawingml/2006/main" noGrp="1"/>
          </p:cNvSpPr>
          <p:nvPr/>
        </p:nvSpPr>
        <p:spPr>
          <a:xfrm xmlns:a="http://schemas.openxmlformats.org/drawingml/2006/main">
            <a:off x="723900" y="428625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626C79"/>
                </a:solidFill>
                <a:latin typeface="Malgun Gothic"/>
                <a:ea typeface="Malgun Gothic"/>
                <a:cs typeface="Malgun Gothic"/>
              </a:defRPr>
            </a:defPPr>
            <a:lvl1pPr>
              <a:defRPr sz="2175" b="0">
                <a:solidFill>
                  <a:srgbClr val="626C79"/>
                </a:solidFill>
                <a:latin typeface="Malgun Gothic"/>
                <a:ea typeface="Malgun Gothic"/>
                <a:cs typeface="Malgun Gothic"/>
              </a:defRPr>
            </a:lvl1pPr>
            <a:lvl2pPr>
              <a:defRPr sz="2175" b="0">
                <a:solidFill>
                  <a:srgbClr val="626C79"/>
                </a:solidFill>
                <a:latin typeface="Malgun Gothic"/>
                <a:ea typeface="Malgun Gothic"/>
                <a:cs typeface="Malgun Gothic"/>
              </a:defRPr>
            </a:lvl2pPr>
            <a:lvl3pPr>
              <a:defRPr sz="2175" b="0">
                <a:solidFill>
                  <a:srgbClr val="626C79"/>
                </a:solidFill>
                <a:latin typeface="Malgun Gothic"/>
                <a:ea typeface="Malgun Gothic"/>
                <a:cs typeface="Malgun Gothic"/>
              </a:defRPr>
            </a:lvl3pPr>
            <a:lvl4pPr>
              <a:defRPr sz="2175" b="0">
                <a:solidFill>
                  <a:srgbClr val="626C79"/>
                </a:solidFill>
                <a:latin typeface="Malgun Gothic"/>
                <a:ea typeface="Malgun Gothic"/>
                <a:cs typeface="Malgun Gothic"/>
              </a:defRPr>
            </a:lvl4pPr>
            <a:lvl5pPr>
              <a:defRPr sz="2175" b="0">
                <a:solidFill>
                  <a:srgbClr val="626C79"/>
                </a:solidFill>
                <a:latin typeface="Malgun Gothic"/>
                <a:ea typeface="Malgun Gothic"/>
                <a:cs typeface="Malgun Gothic"/>
              </a:defRPr>
            </a:lvl5pPr>
            <a:lvl6pPr>
              <a:defRPr sz="2175" b="0">
                <a:solidFill>
                  <a:srgbClr val="626C79"/>
                </a:solidFill>
                <a:latin typeface="Malgun Gothic"/>
                <a:ea typeface="Malgun Gothic"/>
                <a:cs typeface="Malgun Gothic"/>
              </a:defRPr>
            </a:lvl6pPr>
            <a:lvl7pPr>
              <a:defRPr sz="2175" b="0">
                <a:solidFill>
                  <a:srgbClr val="626C79"/>
                </a:solidFill>
                <a:latin typeface="Malgun Gothic"/>
                <a:ea typeface="Malgun Gothic"/>
                <a:cs typeface="Malgun Gothic"/>
              </a:defRPr>
            </a:lvl7pPr>
            <a:lvl8pPr>
              <a:defRPr sz="2175" b="0">
                <a:solidFill>
                  <a:srgbClr val="626C79"/>
                </a:solidFill>
                <a:latin typeface="Malgun Gothic"/>
                <a:ea typeface="Malgun Gothic"/>
                <a:cs typeface="Malgun Gothic"/>
              </a:defRPr>
            </a:lvl8pPr>
            <a:lvl9pPr>
              <a:defRPr sz="2175" b="0">
                <a:solidFill>
                  <a:srgbClr val="626C79"/>
                </a:solidFill>
                <a:latin typeface="Malgun Gothic"/>
                <a:ea typeface="Malgun Gothic"/>
                <a:cs typeface="Malgun Gothic"/>
              </a:defRPr>
            </a:lvl9pPr>
          </a:lstStyle>
          <a:p xmlns:a="http://schemas.openxmlformats.org/drawingml/2006/main">
            <a:pPr>
              <a:defRPr sz="2175" b="0">
                <a:solidFill>
                  <a:srgbClr val="626C79"/>
                </a:solidFill>
                <a:latin typeface="Malgun Gothic"/>
                <a:ea typeface="Malgun Gothic"/>
                <a:cs typeface="Malgun Gothic"/>
              </a:defRPr>
            </a:pPr>
            <a:r>
              <a:rPr sz="2175" b="0">
                <a:solidFill>
                  <a:srgbClr val="626C79"/>
                </a:solidFill>
                <a:latin typeface="Malgun Gothic"/>
                <a:ea typeface="Malgun Gothic"/>
                <a:cs typeface="Malgun Gothic"/>
              </a:rPr>
              <a:t>탐험, 생존, 마을 성장으로 풀어 본 초기 게임 구상</a:t>
            </a:r>
          </a:p>
        </p:txBody>
      </p:sp>
      <p:sp>
        <p:nvSpPr>
          <p:cNvPr id="7" name="cover-status">
            <a:extLst xmlns:a="http://schemas.openxmlformats.org/drawingml/2006/main">
              <a:ext uri="{FF2B5EF4-FFF2-40B4-BE49-F238E27FC236}">
                <a16:creationId xmlns:a16="http://schemas.microsoft.com/office/drawing/2014/main" id="{FE285435-F865-463E-B8A3-300E1670D614}"/>
              </a:ext>
            </a:extLst>
          </p:cNvPr>
          <p:cNvSpPr>
            <a:spLocks xmlns:a="http://schemas.openxmlformats.org/drawingml/2006/main" noGrp="1"/>
          </p:cNvSpPr>
          <p:nvPr/>
        </p:nvSpPr>
        <p:spPr>
          <a:xfrm xmlns:a="http://schemas.openxmlformats.org/drawingml/2006/main">
            <a:off x="723900" y="5276850"/>
            <a:ext cx="1047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초기 상세안 v0.1  /  재확인 항목 포함</a:t>
            </a:r>
          </a:p>
        </p:txBody>
      </p:sp>
    </p:spTree>
    <p:extLst>
      <p:ext uri="{BB962C8B-B14F-4D97-AF65-F5344CB8AC3E}">
        <p14:creationId xmlns:p14="http://schemas.microsoft.com/office/powerpoint/2010/main" val="889692838"/>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4E5053D8-0A1A-40DA-8079-A6D9D8E974F1}"/>
              </a:ext>
            </a:extLst>
          </p:cNvPr>
          <p:cNvCxnSpPr>
            <a:stCxn xmlns:a="http://schemas.openxmlformats.org/drawingml/2006/main" id="13" idx="3"/>
            <a:endCxn xmlns:a="http://schemas.openxmlformats.org/drawingml/2006/main" id="16" idx="1"/>
          </p:cNvCxnSpPr>
          <p:nvPr/>
        </p:nvCxnSpPr>
        <p:spPr>
          <a:xfrm xmlns:a="http://schemas.openxmlformats.org/drawingml/2006/main">
            <a:off x="8705850" y="31813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AAE44AA6-4E2C-4C61-BC5A-E8E23C4274F2}"/>
              </a:ext>
            </a:extLst>
          </p:cNvPr>
          <p:cNvCxnSpPr>
            <a:stCxn xmlns:a="http://schemas.openxmlformats.org/drawingml/2006/main" id="10" idx="3"/>
            <a:endCxn xmlns:a="http://schemas.openxmlformats.org/drawingml/2006/main" id="13" idx="1"/>
          </p:cNvCxnSpPr>
          <p:nvPr/>
        </p:nvCxnSpPr>
        <p:spPr>
          <a:xfrm xmlns:a="http://schemas.openxmlformats.org/drawingml/2006/main">
            <a:off x="5905500" y="31813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7FE113C7-E3C2-4369-A558-3B7F962FEA34}"/>
              </a:ext>
            </a:extLst>
          </p:cNvPr>
          <p:cNvCxnSpPr>
            <a:stCxn xmlns:a="http://schemas.openxmlformats.org/drawingml/2006/main" id="7" idx="3"/>
            <a:endCxn xmlns:a="http://schemas.openxmlformats.org/drawingml/2006/main" id="10" idx="1"/>
          </p:cNvCxnSpPr>
          <p:nvPr/>
        </p:nvCxnSpPr>
        <p:spPr>
          <a:xfrm xmlns:a="http://schemas.openxmlformats.org/drawingml/2006/main">
            <a:off x="3105150" y="31813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sp>
        <p:nvSpPr>
          <p:cNvPr id="22" name="title">
            <a:extLst xmlns:a="http://schemas.openxmlformats.org/drawingml/2006/main">
              <a:ext uri="{FF2B5EF4-FFF2-40B4-BE49-F238E27FC236}">
                <a16:creationId xmlns:a16="http://schemas.microsoft.com/office/drawing/2014/main" id="{CAAE5E57-47C9-4D22-9644-2F1FE1EAE265}"/>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탐험이 성장으로 이어지는 순환</a:t>
            </a:r>
          </a:p>
        </p:txBody>
      </p:sp>
      <p:sp>
        <p:nvSpPr>
          <p:cNvPr id="2" name="subtitle">
            <a:extLst xmlns:a="http://schemas.openxmlformats.org/drawingml/2006/main">
              <a:ext uri="{FF2B5EF4-FFF2-40B4-BE49-F238E27FC236}">
                <a16:creationId xmlns:a16="http://schemas.microsoft.com/office/drawing/2014/main" id="{EF1EC5B6-7E75-4BF5-AA73-46D307441BB0}"/>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내 인물의 행동이 마을과 다음 모험을 바꾼다</a:t>
            </a:r>
          </a:p>
        </p:txBody>
      </p:sp>
      <p:sp>
        <p:nvSpPr>
          <p:cNvPr id="3" name="footer-rule">
            <a:extLst xmlns:a="http://schemas.openxmlformats.org/drawingml/2006/main">
              <a:ext uri="{FF2B5EF4-FFF2-40B4-BE49-F238E27FC236}">
                <a16:creationId xmlns:a16="http://schemas.microsoft.com/office/drawing/2014/main" id="{BE80D504-4D8B-4312-9496-EF05D7426FA8}"/>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2D795477-E2F6-4BCA-87FF-2242824BE379}"/>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64D1ED05-0BB9-47A5-AA98-3A4AD82FE492}"/>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02</a:t>
            </a:r>
          </a:p>
        </p:txBody>
      </p:sp>
      <p:sp>
        <p:nvSpPr>
          <p:cNvPr id="6" name="step-number-0">
            <a:extLst xmlns:a="http://schemas.openxmlformats.org/drawingml/2006/main">
              <a:ext uri="{FF2B5EF4-FFF2-40B4-BE49-F238E27FC236}">
                <a16:creationId xmlns:a16="http://schemas.microsoft.com/office/drawing/2014/main" id="{699EF371-5F69-470E-92BE-67AB2CEB491D}"/>
              </a:ext>
            </a:extLst>
          </p:cNvPr>
          <p:cNvSpPr>
            <a:spLocks xmlns:a="http://schemas.openxmlformats.org/drawingml/2006/main" noGrp="1"/>
          </p:cNvSpPr>
          <p:nvPr/>
        </p:nvSpPr>
        <p:spPr>
          <a:xfrm xmlns:a="http://schemas.openxmlformats.org/drawingml/2006/main">
            <a:off x="68580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01</a:t>
            </a:r>
          </a:p>
        </p:txBody>
      </p:sp>
      <p:sp>
        <p:nvSpPr>
          <p:cNvPr id="7" name="flow-0">
            <a:extLst xmlns:a="http://schemas.openxmlformats.org/drawingml/2006/main">
              <a:ext uri="{FF2B5EF4-FFF2-40B4-BE49-F238E27FC236}">
                <a16:creationId xmlns:a16="http://schemas.microsoft.com/office/drawing/2014/main" id="{A8115CD5-ADDA-4EA3-BD8C-3E96B7322338}"/>
              </a:ext>
            </a:extLst>
          </p:cNvPr>
          <p:cNvSpPr>
            <a:spLocks xmlns:a="http://schemas.openxmlformats.org/drawingml/2006/main" noGrp="1"/>
          </p:cNvSpPr>
          <p:nvPr/>
        </p:nvSpPr>
        <p:spPr>
          <a:xfrm xmlns:a="http://schemas.openxmlformats.org/drawingml/2006/main">
            <a:off x="68580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탐험과 사냥</a:t>
            </a:r>
          </a:p>
        </p:txBody>
      </p:sp>
      <p:sp>
        <p:nvSpPr>
          <p:cNvPr id="8" name="step-detail-0">
            <a:extLst xmlns:a="http://schemas.openxmlformats.org/drawingml/2006/main">
              <a:ext uri="{FF2B5EF4-FFF2-40B4-BE49-F238E27FC236}">
                <a16:creationId xmlns:a16="http://schemas.microsoft.com/office/drawing/2014/main" id="{A93BE00B-968D-4854-8BF7-8D385AB6622F}"/>
              </a:ext>
            </a:extLst>
          </p:cNvPr>
          <p:cNvSpPr>
            <a:spLocks xmlns:a="http://schemas.openxmlformats.org/drawingml/2006/main" noGrp="1"/>
          </p:cNvSpPr>
          <p:nvPr/>
        </p:nvSpPr>
        <p:spPr>
          <a:xfrm xmlns:a="http://schemas.openxmlformats.org/drawingml/2006/main">
            <a:off x="68580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추적하고 도전한다</a:t>
            </a:r>
          </a:p>
        </p:txBody>
      </p:sp>
      <p:sp>
        <p:nvSpPr>
          <p:cNvPr id="9" name="step-number-1">
            <a:extLst xmlns:a="http://schemas.openxmlformats.org/drawingml/2006/main">
              <a:ext uri="{FF2B5EF4-FFF2-40B4-BE49-F238E27FC236}">
                <a16:creationId xmlns:a16="http://schemas.microsoft.com/office/drawing/2014/main" id="{11AFAA45-22F7-453B-9F4C-8C4247D4886C}"/>
              </a:ext>
            </a:extLst>
          </p:cNvPr>
          <p:cNvSpPr>
            <a:spLocks xmlns:a="http://schemas.openxmlformats.org/drawingml/2006/main" noGrp="1"/>
          </p:cNvSpPr>
          <p:nvPr/>
        </p:nvSpPr>
        <p:spPr>
          <a:xfrm xmlns:a="http://schemas.openxmlformats.org/drawingml/2006/main">
            <a:off x="348615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02</a:t>
            </a:r>
          </a:p>
        </p:txBody>
      </p:sp>
      <p:sp>
        <p:nvSpPr>
          <p:cNvPr id="10" name="flow-1">
            <a:extLst xmlns:a="http://schemas.openxmlformats.org/drawingml/2006/main">
              <a:ext uri="{FF2B5EF4-FFF2-40B4-BE49-F238E27FC236}">
                <a16:creationId xmlns:a16="http://schemas.microsoft.com/office/drawing/2014/main" id="{D84680CE-9F37-4CDC-9816-9A847B5578A5}"/>
              </a:ext>
            </a:extLst>
          </p:cNvPr>
          <p:cNvSpPr>
            <a:spLocks xmlns:a="http://schemas.openxmlformats.org/drawingml/2006/main" noGrp="1"/>
          </p:cNvSpPr>
          <p:nvPr/>
        </p:nvSpPr>
        <p:spPr>
          <a:xfrm xmlns:a="http://schemas.openxmlformats.org/drawingml/2006/main">
            <a:off x="348615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파밍과 제작</a:t>
            </a:r>
          </a:p>
        </p:txBody>
      </p:sp>
      <p:sp>
        <p:nvSpPr>
          <p:cNvPr id="11" name="step-detail-1">
            <a:extLst xmlns:a="http://schemas.openxmlformats.org/drawingml/2006/main">
              <a:ext uri="{FF2B5EF4-FFF2-40B4-BE49-F238E27FC236}">
                <a16:creationId xmlns:a16="http://schemas.microsoft.com/office/drawing/2014/main" id="{F8A0C985-C307-42C7-BD22-E2B269E200E5}"/>
              </a:ext>
            </a:extLst>
          </p:cNvPr>
          <p:cNvSpPr>
            <a:spLocks xmlns:a="http://schemas.openxmlformats.org/drawingml/2006/main" noGrp="1"/>
          </p:cNvSpPr>
          <p:nvPr/>
        </p:nvSpPr>
        <p:spPr>
          <a:xfrm xmlns:a="http://schemas.openxmlformats.org/drawingml/2006/main">
            <a:off x="348615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재료를 얻고 강화한다</a:t>
            </a:r>
          </a:p>
        </p:txBody>
      </p:sp>
      <p:sp>
        <p:nvSpPr>
          <p:cNvPr id="12" name="step-number-2">
            <a:extLst xmlns:a="http://schemas.openxmlformats.org/drawingml/2006/main">
              <a:ext uri="{FF2B5EF4-FFF2-40B4-BE49-F238E27FC236}">
                <a16:creationId xmlns:a16="http://schemas.microsoft.com/office/drawing/2014/main" id="{2E6BAF6D-BFC1-4014-A117-E9AD47E5DD0E}"/>
              </a:ext>
            </a:extLst>
          </p:cNvPr>
          <p:cNvSpPr>
            <a:spLocks xmlns:a="http://schemas.openxmlformats.org/drawingml/2006/main" noGrp="1"/>
          </p:cNvSpPr>
          <p:nvPr/>
        </p:nvSpPr>
        <p:spPr>
          <a:xfrm xmlns:a="http://schemas.openxmlformats.org/drawingml/2006/main">
            <a:off x="628650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03</a:t>
            </a:r>
          </a:p>
        </p:txBody>
      </p:sp>
      <p:sp>
        <p:nvSpPr>
          <p:cNvPr id="13" name="flow-2">
            <a:extLst xmlns:a="http://schemas.openxmlformats.org/drawingml/2006/main">
              <a:ext uri="{FF2B5EF4-FFF2-40B4-BE49-F238E27FC236}">
                <a16:creationId xmlns:a16="http://schemas.microsoft.com/office/drawing/2014/main" id="{F91F805D-E207-40F5-A57B-2BCD7303E69B}"/>
              </a:ext>
            </a:extLst>
          </p:cNvPr>
          <p:cNvSpPr>
            <a:spLocks xmlns:a="http://schemas.openxmlformats.org/drawingml/2006/main" noGrp="1"/>
          </p:cNvSpPr>
          <p:nvPr/>
        </p:nvSpPr>
        <p:spPr>
          <a:xfrm xmlns:a="http://schemas.openxmlformats.org/drawingml/2006/main">
            <a:off x="628650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거점과 도시 성장</a:t>
            </a:r>
          </a:p>
        </p:txBody>
      </p:sp>
      <p:sp>
        <p:nvSpPr>
          <p:cNvPr id="14" name="step-detail-2">
            <a:extLst xmlns:a="http://schemas.openxmlformats.org/drawingml/2006/main">
              <a:ext uri="{FF2B5EF4-FFF2-40B4-BE49-F238E27FC236}">
                <a16:creationId xmlns:a16="http://schemas.microsoft.com/office/drawing/2014/main" id="{6DEF8DBC-860E-4647-8E0A-C4AF880FA261}"/>
              </a:ext>
            </a:extLst>
          </p:cNvPr>
          <p:cNvSpPr>
            <a:spLocks xmlns:a="http://schemas.openxmlformats.org/drawingml/2006/main" noGrp="1"/>
          </p:cNvSpPr>
          <p:nvPr/>
        </p:nvSpPr>
        <p:spPr>
          <a:xfrm xmlns:a="http://schemas.openxmlformats.org/drawingml/2006/main">
            <a:off x="628650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주민과 생산을 늘린다</a:t>
            </a:r>
          </a:p>
        </p:txBody>
      </p:sp>
      <p:sp>
        <p:nvSpPr>
          <p:cNvPr id="15" name="step-number-3">
            <a:extLst xmlns:a="http://schemas.openxmlformats.org/drawingml/2006/main">
              <a:ext uri="{FF2B5EF4-FFF2-40B4-BE49-F238E27FC236}">
                <a16:creationId xmlns:a16="http://schemas.microsoft.com/office/drawing/2014/main" id="{D2D0A550-E6D4-4DD5-BBF8-03971F60AC1A}"/>
              </a:ext>
            </a:extLst>
          </p:cNvPr>
          <p:cNvSpPr>
            <a:spLocks xmlns:a="http://schemas.openxmlformats.org/drawingml/2006/main" noGrp="1"/>
          </p:cNvSpPr>
          <p:nvPr/>
        </p:nvSpPr>
        <p:spPr>
          <a:xfrm xmlns:a="http://schemas.openxmlformats.org/drawingml/2006/main">
            <a:off x="908685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04</a:t>
            </a:r>
          </a:p>
        </p:txBody>
      </p:sp>
      <p:sp>
        <p:nvSpPr>
          <p:cNvPr id="16" name="flow-3">
            <a:extLst xmlns:a="http://schemas.openxmlformats.org/drawingml/2006/main">
              <a:ext uri="{FF2B5EF4-FFF2-40B4-BE49-F238E27FC236}">
                <a16:creationId xmlns:a16="http://schemas.microsoft.com/office/drawing/2014/main" id="{6CE489BD-0268-43BC-833E-5B4871ED3F18}"/>
              </a:ext>
            </a:extLst>
          </p:cNvPr>
          <p:cNvSpPr>
            <a:spLocks xmlns:a="http://schemas.openxmlformats.org/drawingml/2006/main" noGrp="1"/>
          </p:cNvSpPr>
          <p:nvPr/>
        </p:nvSpPr>
        <p:spPr>
          <a:xfrm xmlns:a="http://schemas.openxmlformats.org/drawingml/2006/main">
            <a:off x="908685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새 지역과 사건</a:t>
            </a:r>
          </a:p>
        </p:txBody>
      </p:sp>
      <p:sp>
        <p:nvSpPr>
          <p:cNvPr id="17" name="step-detail-3">
            <a:extLst xmlns:a="http://schemas.openxmlformats.org/drawingml/2006/main">
              <a:ext uri="{FF2B5EF4-FFF2-40B4-BE49-F238E27FC236}">
                <a16:creationId xmlns:a16="http://schemas.microsoft.com/office/drawing/2014/main" id="{6776A9CB-83FA-4ADF-A54E-FF42FDD34E2A}"/>
              </a:ext>
            </a:extLst>
          </p:cNvPr>
          <p:cNvSpPr>
            <a:spLocks xmlns:a="http://schemas.openxmlformats.org/drawingml/2006/main" noGrp="1"/>
          </p:cNvSpPr>
          <p:nvPr/>
        </p:nvSpPr>
        <p:spPr>
          <a:xfrm xmlns:a="http://schemas.openxmlformats.org/drawingml/2006/main">
            <a:off x="908685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새 목표와 보상을 만난다</a:t>
            </a:r>
          </a:p>
        </p:txBody>
      </p:sp>
      <p:sp>
        <p:nvSpPr>
          <p:cNvPr id="21" name="takeaway">
            <a:extLst xmlns:a="http://schemas.openxmlformats.org/drawingml/2006/main">
              <a:ext uri="{FF2B5EF4-FFF2-40B4-BE49-F238E27FC236}">
                <a16:creationId xmlns:a16="http://schemas.microsoft.com/office/drawing/2014/main" id="{19207F40-3CEC-4BFB-9A09-65E0B44BE733}"/>
              </a:ext>
            </a:extLst>
          </p:cNvPr>
          <p:cNvSpPr>
            <a:spLocks xmlns:a="http://schemas.openxmlformats.org/drawingml/2006/main" noGrp="1"/>
          </p:cNvSpPr>
          <p:nvPr/>
        </p:nvSpPr>
        <p:spPr>
          <a:xfrm xmlns:a="http://schemas.openxmlformats.org/drawingml/2006/main">
            <a:off x="685800" y="56959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BA563E"/>
                </a:solidFill>
                <a:latin typeface="Malgun Gothic"/>
                <a:ea typeface="Malgun Gothic"/>
                <a:cs typeface="Malgun Gothic"/>
              </a:defRPr>
            </a:defPPr>
            <a:lvl1pPr>
              <a:defRPr sz="1950" b="1">
                <a:solidFill>
                  <a:srgbClr val="BA563E"/>
                </a:solidFill>
                <a:latin typeface="Malgun Gothic"/>
                <a:ea typeface="Malgun Gothic"/>
                <a:cs typeface="Malgun Gothic"/>
              </a:defRPr>
            </a:lvl1pPr>
            <a:lvl2pPr>
              <a:defRPr sz="1950" b="1">
                <a:solidFill>
                  <a:srgbClr val="BA563E"/>
                </a:solidFill>
                <a:latin typeface="Malgun Gothic"/>
                <a:ea typeface="Malgun Gothic"/>
                <a:cs typeface="Malgun Gothic"/>
              </a:defRPr>
            </a:lvl2pPr>
            <a:lvl3pPr>
              <a:defRPr sz="1950" b="1">
                <a:solidFill>
                  <a:srgbClr val="BA563E"/>
                </a:solidFill>
                <a:latin typeface="Malgun Gothic"/>
                <a:ea typeface="Malgun Gothic"/>
                <a:cs typeface="Malgun Gothic"/>
              </a:defRPr>
            </a:lvl3pPr>
            <a:lvl4pPr>
              <a:defRPr sz="1950" b="1">
                <a:solidFill>
                  <a:srgbClr val="BA563E"/>
                </a:solidFill>
                <a:latin typeface="Malgun Gothic"/>
                <a:ea typeface="Malgun Gothic"/>
                <a:cs typeface="Malgun Gothic"/>
              </a:defRPr>
            </a:lvl4pPr>
            <a:lvl5pPr>
              <a:defRPr sz="1950" b="1">
                <a:solidFill>
                  <a:srgbClr val="BA563E"/>
                </a:solidFill>
                <a:latin typeface="Malgun Gothic"/>
                <a:ea typeface="Malgun Gothic"/>
                <a:cs typeface="Malgun Gothic"/>
              </a:defRPr>
            </a:lvl5pPr>
            <a:lvl6pPr>
              <a:defRPr sz="1950" b="1">
                <a:solidFill>
                  <a:srgbClr val="BA563E"/>
                </a:solidFill>
                <a:latin typeface="Malgun Gothic"/>
                <a:ea typeface="Malgun Gothic"/>
                <a:cs typeface="Malgun Gothic"/>
              </a:defRPr>
            </a:lvl6pPr>
            <a:lvl7pPr>
              <a:defRPr sz="1950" b="1">
                <a:solidFill>
                  <a:srgbClr val="BA563E"/>
                </a:solidFill>
                <a:latin typeface="Malgun Gothic"/>
                <a:ea typeface="Malgun Gothic"/>
                <a:cs typeface="Malgun Gothic"/>
              </a:defRPr>
            </a:lvl7pPr>
            <a:lvl8pPr>
              <a:defRPr sz="1950" b="1">
                <a:solidFill>
                  <a:srgbClr val="BA563E"/>
                </a:solidFill>
                <a:latin typeface="Malgun Gothic"/>
                <a:ea typeface="Malgun Gothic"/>
                <a:cs typeface="Malgun Gothic"/>
              </a:defRPr>
            </a:lvl8pPr>
            <a:lvl9pPr>
              <a:defRPr sz="1950" b="1">
                <a:solidFill>
                  <a:srgbClr val="BA563E"/>
                </a:solidFill>
                <a:latin typeface="Malgun Gothic"/>
                <a:ea typeface="Malgun Gothic"/>
                <a:cs typeface="Malgun Gothic"/>
              </a:defRPr>
            </a:lvl9pPr>
          </a:lstStyle>
          <a:p xmlns:a="http://schemas.openxmlformats.org/drawingml/2006/main">
            <a:pPr>
              <a:defRPr sz="1950" b="1">
                <a:solidFill>
                  <a:srgbClr val="BA563E"/>
                </a:solidFill>
                <a:latin typeface="Malgun Gothic"/>
                <a:ea typeface="Malgun Gothic"/>
                <a:cs typeface="Malgun Gothic"/>
              </a:defRPr>
            </a:pPr>
            <a:r>
              <a:rPr sz="1950" b="1">
                <a:solidFill>
                  <a:srgbClr val="BA563E"/>
                </a:solidFill>
                <a:latin typeface="Malgun Gothic"/>
                <a:ea typeface="Malgun Gothic"/>
                <a:cs typeface="Malgun Gothic"/>
              </a:rPr>
              <a:t>역사 정보는 행동과 상황에 담고, 자세한 기록은 선택해서</a:t>
            </a:r>
          </a:p>
        </p:txBody>
      </p:sp>
    </p:spTree>
    <p:extLst>
      <p:ext uri="{BB962C8B-B14F-4D97-AF65-F5344CB8AC3E}">
        <p14:creationId xmlns:p14="http://schemas.microsoft.com/office/powerpoint/2010/main" val="223007585"/>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A60C231-0C02-4FBF-86DE-C6F4E6D9EB7C}"/>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서로 다른 세 가지 시작 경험</a:t>
            </a:r>
          </a:p>
        </p:txBody>
      </p:sp>
      <p:sp>
        <p:nvSpPr>
          <p:cNvPr id="2" name="subtitle">
            <a:extLst xmlns:a="http://schemas.openxmlformats.org/drawingml/2006/main">
              <a:ext uri="{FF2B5EF4-FFF2-40B4-BE49-F238E27FC236}">
                <a16:creationId xmlns:a16="http://schemas.microsoft.com/office/drawing/2014/main" id="{22C37A7E-C178-4D35-9E75-A0DDEF37BCDE}"/>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지역 선택이 초반 모험을 바꾸고, 이후에는 다른 활동도 즐긴다</a:t>
            </a:r>
          </a:p>
        </p:txBody>
      </p:sp>
      <p:sp>
        <p:nvSpPr>
          <p:cNvPr id="3" name="footer-rule">
            <a:extLst xmlns:a="http://schemas.openxmlformats.org/drawingml/2006/main">
              <a:ext uri="{FF2B5EF4-FFF2-40B4-BE49-F238E27FC236}">
                <a16:creationId xmlns:a16="http://schemas.microsoft.com/office/drawing/2014/main" id="{9DA54C0A-7476-453F-B59B-90432C3CFB0A}"/>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84A5CA07-A692-4F02-B905-2C465D252C1D}"/>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94262ACA-76C6-407B-BA26-29783EE7F905}"/>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03</a:t>
            </a:r>
          </a:p>
        </p:txBody>
      </p:sp>
      <p:graphicFrame>
        <p:nvGraphicFramePr>
          <p:cNvPr id="6" name="">
            <a:extLst xmlns:a="http://schemas.openxmlformats.org/drawingml/2006/main">
              <a:ext uri="{FF2B5EF4-FFF2-40B4-BE49-F238E27FC236}">
                <a16:creationId xmlns:a16="http://schemas.microsoft.com/office/drawing/2014/main" id="{56A5C299-32BE-4C24-A806-7527137C95CB}"/>
              </a:ext>
            </a:extLst>
          </p:cNvPr>
          <p:cNvGraphicFramePr/>
          <p:nvPr/>
        </p:nvGraphicFramePr>
        <p:xfrm>
          <a:off xmlns:a="http://schemas.openxmlformats.org/drawingml/2006/main" x="685800" y="2171700"/>
          <a:ext xmlns:a="http://schemas.openxmlformats.org/drawingml/2006/main" cx="10820400" cy="3105150"/>
        </p:xfrm>
        <a:graphic xmlns:a="http://schemas.openxmlformats.org/drawingml/2006/main">
          <a:graphicData uri="http://schemas.openxmlformats.org/drawingml/2006/table">
            <a:tbl>
              <a:tblPr/>
              <a:tblGrid>
                <a:gridCol w="2343150"/>
                <a:gridCol w="4876800"/>
                <a:gridCol w="3600450"/>
              </a:tblGrid>
              <a:tr h="776288">
                <a:tc>
                  <a:txBody>
                    <a:bodyPr/>
                    <a:lstStyle/>
                    <a:p>
                      <a:r>
                        <a:rPr sz="1875" b="1">
                          <a:solidFill>
                            <a:srgbClr val="222B38"/>
                          </a:solidFill>
                          <a:latin typeface="Malgun Gothic"/>
                          <a:ea typeface="Malgun Gothic"/>
                          <a:cs typeface="Malgun Gothic"/>
                        </a:rPr>
                        <a:t>시작 유형</a:t>
                      </a:r>
                    </a:p>
                  </a:txBody>
                  <a:tcPr marL="171450" marR="133350" marT="152400" marB="152400" anchor="ctr">
                    <a:lnL w="9525">
                      <a:solidFill>
                        <a:srgbClr val="D9DCE1"/>
                      </a:solidFill>
                      <a:prstDash val="solid"/>
                    </a:lnL>
                    <a:lnR w="9525">
                      <a:solidFill>
                        <a:srgbClr val="D9DCE1"/>
                      </a:solidFill>
                      <a:prstDash val="solid"/>
                    </a:lnR>
                    <a:lnT w="9525">
                      <a:solidFill>
                        <a:srgbClr val="D9DCE1"/>
                      </a:solidFill>
                      <a:prstDash val="solid"/>
                    </a:lnT>
                    <a:lnB w="9525">
                      <a:solidFill>
                        <a:srgbClr val="D9DCE1"/>
                      </a:solidFill>
                      <a:prstDash val="solid"/>
                    </a:lnB>
                    <a:solidFill>
                      <a:srgbClr val="F2EEE7"/>
                    </a:solidFill>
                  </a:tcPr>
                </a:tc>
                <a:tc>
                  <a:txBody>
                    <a:bodyPr/>
                    <a:lstStyle/>
                    <a:p>
                      <a:r>
                        <a:rPr sz="1875" b="1">
                          <a:solidFill>
                            <a:srgbClr val="222B38"/>
                          </a:solidFill>
                          <a:latin typeface="Malgun Gothic"/>
                          <a:ea typeface="Malgun Gothic"/>
                          <a:cs typeface="Malgun Gothic"/>
                        </a:rPr>
                        <a:t>첫 행동과 성장</a:t>
                      </a:r>
                    </a:p>
                  </a:txBody>
                  <a:tcPr marL="171450" marR="133350" marT="152400" marB="152400" anchor="ctr">
                    <a:lnR w="9525">
                      <a:solidFill>
                        <a:srgbClr val="D9DCE1"/>
                      </a:solidFill>
                      <a:prstDash val="solid"/>
                    </a:lnR>
                    <a:lnT w="9525">
                      <a:solidFill>
                        <a:srgbClr val="D9DCE1"/>
                      </a:solidFill>
                      <a:prstDash val="solid"/>
                    </a:lnT>
                    <a:lnB w="9525">
                      <a:solidFill>
                        <a:srgbClr val="D9DCE1"/>
                      </a:solidFill>
                      <a:prstDash val="solid"/>
                    </a:lnB>
                    <a:solidFill>
                      <a:srgbClr val="F2EEE7"/>
                    </a:solidFill>
                  </a:tcPr>
                </a:tc>
                <a:tc>
                  <a:txBody>
                    <a:bodyPr/>
                    <a:lstStyle/>
                    <a:p>
                      <a:r>
                        <a:rPr sz="1875" b="1">
                          <a:solidFill>
                            <a:srgbClr val="222B38"/>
                          </a:solidFill>
                          <a:latin typeface="Malgun Gothic"/>
                          <a:ea typeface="Malgun Gothic"/>
                          <a:cs typeface="Malgun Gothic"/>
                        </a:rPr>
                        <a:t>주요 재미</a:t>
                      </a:r>
                    </a:p>
                  </a:txBody>
                  <a:tcPr marL="171450" marR="133350" marT="152400" marB="152400" anchor="ctr">
                    <a:lnR w="9525">
                      <a:solidFill>
                        <a:srgbClr val="D9DCE1"/>
                      </a:solidFill>
                      <a:prstDash val="solid"/>
                    </a:lnR>
                    <a:lnT w="9525">
                      <a:solidFill>
                        <a:srgbClr val="D9DCE1"/>
                      </a:solidFill>
                      <a:prstDash val="solid"/>
                    </a:lnT>
                    <a:lnB w="9525">
                      <a:solidFill>
                        <a:srgbClr val="D9DCE1"/>
                      </a:solidFill>
                      <a:prstDash val="solid"/>
                    </a:lnB>
                    <a:solidFill>
                      <a:srgbClr val="F2EEE7"/>
                    </a:solidFill>
                  </a:tcPr>
                </a:tc>
              </a:tr>
              <a:tr h="776288">
                <a:tc>
                  <a:txBody>
                    <a:bodyPr/>
                    <a:lstStyle/>
                    <a:p>
                      <a:r>
                        <a:rPr sz="1875">
                          <a:solidFill>
                            <a:srgbClr val="222B38"/>
                          </a:solidFill>
                          <a:latin typeface="Malgun Gothic"/>
                          <a:ea typeface="Malgun Gothic"/>
                          <a:cs typeface="Malgun Gothic"/>
                        </a:rPr>
                        <a:t>사냥과 제작</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추적, 재료 확보, 도구 강화</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사냥과 장비 성장</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r h="776288">
                <a:tc>
                  <a:txBody>
                    <a:bodyPr/>
                    <a:lstStyle/>
                    <a:p>
                      <a:r>
                        <a:rPr sz="1875">
                          <a:solidFill>
                            <a:srgbClr val="222B38"/>
                          </a:solidFill>
                          <a:latin typeface="Malgun Gothic"/>
                          <a:ea typeface="Malgun Gothic"/>
                          <a:cs typeface="Malgun Gothic"/>
                        </a:rPr>
                        <a:t>정착과 마을</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거처 건설, 주민 합류, 생산 확장</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공동체 운영과 건설</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r h="776288">
                <a:tc>
                  <a:txBody>
                    <a:bodyPr/>
                    <a:lstStyle/>
                    <a:p>
                      <a:r>
                        <a:rPr sz="1875">
                          <a:solidFill>
                            <a:srgbClr val="222B38"/>
                          </a:solidFill>
                          <a:latin typeface="Malgun Gothic"/>
                          <a:ea typeface="Malgun Gothic"/>
                          <a:cs typeface="Malgun Gothic"/>
                        </a:rPr>
                        <a:t>해안 생존과 교류</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채집과 어로, 물자 확보와 교환</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자원 탐색과 교류</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bl>
          </a:graphicData>
        </a:graphic>
      </p:graphicFrame>
      <p:sp>
        <p:nvSpPr>
          <p:cNvPr id="7" name="takeaway">
            <a:extLst xmlns:a="http://schemas.openxmlformats.org/drawingml/2006/main">
              <a:ext uri="{FF2B5EF4-FFF2-40B4-BE49-F238E27FC236}">
                <a16:creationId xmlns:a16="http://schemas.microsoft.com/office/drawing/2014/main" id="{6A922FBE-AB4E-4A1D-A81F-9F58743694BF}"/>
              </a:ext>
            </a:extLst>
          </p:cNvPr>
          <p:cNvSpPr>
            <a:spLocks xmlns:a="http://schemas.openxmlformats.org/drawingml/2006/main" noGrp="1"/>
          </p:cNvSpPr>
          <p:nvPr/>
        </p:nvSpPr>
        <p:spPr>
          <a:xfrm xmlns:a="http://schemas.openxmlformats.org/drawingml/2006/main">
            <a:off x="685800" y="56959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BA563E"/>
                </a:solidFill>
                <a:latin typeface="Malgun Gothic"/>
                <a:ea typeface="Malgun Gothic"/>
                <a:cs typeface="Malgun Gothic"/>
              </a:defRPr>
            </a:defPPr>
            <a:lvl1pPr>
              <a:defRPr sz="1950" b="1">
                <a:solidFill>
                  <a:srgbClr val="BA563E"/>
                </a:solidFill>
                <a:latin typeface="Malgun Gothic"/>
                <a:ea typeface="Malgun Gothic"/>
                <a:cs typeface="Malgun Gothic"/>
              </a:defRPr>
            </a:lvl1pPr>
            <a:lvl2pPr>
              <a:defRPr sz="1950" b="1">
                <a:solidFill>
                  <a:srgbClr val="BA563E"/>
                </a:solidFill>
                <a:latin typeface="Malgun Gothic"/>
                <a:ea typeface="Malgun Gothic"/>
                <a:cs typeface="Malgun Gothic"/>
              </a:defRPr>
            </a:lvl2pPr>
            <a:lvl3pPr>
              <a:defRPr sz="1950" b="1">
                <a:solidFill>
                  <a:srgbClr val="BA563E"/>
                </a:solidFill>
                <a:latin typeface="Malgun Gothic"/>
                <a:ea typeface="Malgun Gothic"/>
                <a:cs typeface="Malgun Gothic"/>
              </a:defRPr>
            </a:lvl3pPr>
            <a:lvl4pPr>
              <a:defRPr sz="1950" b="1">
                <a:solidFill>
                  <a:srgbClr val="BA563E"/>
                </a:solidFill>
                <a:latin typeface="Malgun Gothic"/>
                <a:ea typeface="Malgun Gothic"/>
                <a:cs typeface="Malgun Gothic"/>
              </a:defRPr>
            </a:lvl4pPr>
            <a:lvl5pPr>
              <a:defRPr sz="1950" b="1">
                <a:solidFill>
                  <a:srgbClr val="BA563E"/>
                </a:solidFill>
                <a:latin typeface="Malgun Gothic"/>
                <a:ea typeface="Malgun Gothic"/>
                <a:cs typeface="Malgun Gothic"/>
              </a:defRPr>
            </a:lvl5pPr>
            <a:lvl6pPr>
              <a:defRPr sz="1950" b="1">
                <a:solidFill>
                  <a:srgbClr val="BA563E"/>
                </a:solidFill>
                <a:latin typeface="Malgun Gothic"/>
                <a:ea typeface="Malgun Gothic"/>
                <a:cs typeface="Malgun Gothic"/>
              </a:defRPr>
            </a:lvl6pPr>
            <a:lvl7pPr>
              <a:defRPr sz="1950" b="1">
                <a:solidFill>
                  <a:srgbClr val="BA563E"/>
                </a:solidFill>
                <a:latin typeface="Malgun Gothic"/>
                <a:ea typeface="Malgun Gothic"/>
                <a:cs typeface="Malgun Gothic"/>
              </a:defRPr>
            </a:lvl7pPr>
            <a:lvl8pPr>
              <a:defRPr sz="1950" b="1">
                <a:solidFill>
                  <a:srgbClr val="BA563E"/>
                </a:solidFill>
                <a:latin typeface="Malgun Gothic"/>
                <a:ea typeface="Malgun Gothic"/>
                <a:cs typeface="Malgun Gothic"/>
              </a:defRPr>
            </a:lvl8pPr>
            <a:lvl9pPr>
              <a:defRPr sz="1950" b="1">
                <a:solidFill>
                  <a:srgbClr val="BA563E"/>
                </a:solidFill>
                <a:latin typeface="Malgun Gothic"/>
                <a:ea typeface="Malgun Gothic"/>
                <a:cs typeface="Malgun Gothic"/>
              </a:defRPr>
            </a:lvl9pPr>
          </a:lstStyle>
          <a:p xmlns:a="http://schemas.openxmlformats.org/drawingml/2006/main">
            <a:pPr>
              <a:defRPr sz="1950" b="1">
                <a:solidFill>
                  <a:srgbClr val="BA563E"/>
                </a:solidFill>
                <a:latin typeface="Malgun Gothic"/>
                <a:ea typeface="Malgun Gothic"/>
                <a:cs typeface="Malgun Gothic"/>
              </a:defRPr>
            </a:pPr>
            <a:r>
              <a:rPr sz="1950" b="1">
                <a:solidFill>
                  <a:srgbClr val="BA563E"/>
                </a:solidFill>
                <a:latin typeface="Malgun Gothic"/>
                <a:ea typeface="Malgun Gothic"/>
                <a:cs typeface="Malgun Gothic"/>
              </a:rPr>
              <a:t>시작 지역과 시대 정합성은 후속 검토</a:t>
            </a:r>
          </a:p>
        </p:txBody>
      </p:sp>
    </p:spTree>
    <p:extLst>
      <p:ext uri="{BB962C8B-B14F-4D97-AF65-F5344CB8AC3E}">
        <p14:creationId xmlns:p14="http://schemas.microsoft.com/office/powerpoint/2010/main" val="12110961"/>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A421CD5A-5C1B-4CC4-8389-4203DF476E01}"/>
              </a:ext>
            </a:extLst>
          </p:cNvPr>
          <p:cNvCxnSpPr>
            <a:stCxn xmlns:a="http://schemas.openxmlformats.org/drawingml/2006/main" id="13" idx="3"/>
            <a:endCxn xmlns:a="http://schemas.openxmlformats.org/drawingml/2006/main" id="16" idx="1"/>
          </p:cNvCxnSpPr>
          <p:nvPr/>
        </p:nvCxnSpPr>
        <p:spPr>
          <a:xfrm xmlns:a="http://schemas.openxmlformats.org/drawingml/2006/main">
            <a:off x="8705850" y="31813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93A8DBC1-0767-4230-BAFF-6B0DC2193897}"/>
              </a:ext>
            </a:extLst>
          </p:cNvPr>
          <p:cNvCxnSpPr>
            <a:stCxn xmlns:a="http://schemas.openxmlformats.org/drawingml/2006/main" id="10" idx="3"/>
            <a:endCxn xmlns:a="http://schemas.openxmlformats.org/drawingml/2006/main" id="13" idx="1"/>
          </p:cNvCxnSpPr>
          <p:nvPr/>
        </p:nvCxnSpPr>
        <p:spPr>
          <a:xfrm xmlns:a="http://schemas.openxmlformats.org/drawingml/2006/main">
            <a:off x="5905500" y="31813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5B51B90D-693B-4B81-8664-EA813E9CF92B}"/>
              </a:ext>
            </a:extLst>
          </p:cNvPr>
          <p:cNvCxnSpPr>
            <a:stCxn xmlns:a="http://schemas.openxmlformats.org/drawingml/2006/main" id="7" idx="3"/>
            <a:endCxn xmlns:a="http://schemas.openxmlformats.org/drawingml/2006/main" id="10" idx="1"/>
          </p:cNvCxnSpPr>
          <p:nvPr/>
        </p:nvCxnSpPr>
        <p:spPr>
          <a:xfrm xmlns:a="http://schemas.openxmlformats.org/drawingml/2006/main">
            <a:off x="3105150" y="31813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sp>
        <p:nvSpPr>
          <p:cNvPr id="22" name="title">
            <a:extLst xmlns:a="http://schemas.openxmlformats.org/drawingml/2006/main">
              <a:ext uri="{FF2B5EF4-FFF2-40B4-BE49-F238E27FC236}">
                <a16:creationId xmlns:a16="http://schemas.microsoft.com/office/drawing/2014/main" id="{34BAC8E8-5DE6-490A-B121-F9EC04289899}"/>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지도에서 첫 플레이까지</a:t>
            </a:r>
          </a:p>
        </p:txBody>
      </p:sp>
      <p:sp>
        <p:nvSpPr>
          <p:cNvPr id="2" name="subtitle">
            <a:extLst xmlns:a="http://schemas.openxmlformats.org/drawingml/2006/main">
              <a:ext uri="{FF2B5EF4-FFF2-40B4-BE49-F238E27FC236}">
                <a16:creationId xmlns:a16="http://schemas.microsoft.com/office/drawing/2014/main" id="{0CD158FE-02B9-445B-B624-F606AA7A5DC2}"/>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전체 지도 속 거점을 선택하면 그곳으로 들어간다</a:t>
            </a:r>
          </a:p>
        </p:txBody>
      </p:sp>
      <p:sp>
        <p:nvSpPr>
          <p:cNvPr id="3" name="footer-rule">
            <a:extLst xmlns:a="http://schemas.openxmlformats.org/drawingml/2006/main">
              <a:ext uri="{FF2B5EF4-FFF2-40B4-BE49-F238E27FC236}">
                <a16:creationId xmlns:a16="http://schemas.microsoft.com/office/drawing/2014/main" id="{22C70088-4415-4327-B490-51A768A355F2}"/>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B098E60F-4A12-41B9-8507-2FEEB670B224}"/>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AE6DD049-6CD5-4E54-A277-A2E1EBAAAD00}"/>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04</a:t>
            </a:r>
          </a:p>
        </p:txBody>
      </p:sp>
      <p:sp>
        <p:nvSpPr>
          <p:cNvPr id="6" name="step-number-0">
            <a:extLst xmlns:a="http://schemas.openxmlformats.org/drawingml/2006/main">
              <a:ext uri="{FF2B5EF4-FFF2-40B4-BE49-F238E27FC236}">
                <a16:creationId xmlns:a16="http://schemas.microsoft.com/office/drawing/2014/main" id="{93D2BBCE-0BE8-48AB-A88D-2F2C64DE8B13}"/>
              </a:ext>
            </a:extLst>
          </p:cNvPr>
          <p:cNvSpPr>
            <a:spLocks xmlns:a="http://schemas.openxmlformats.org/drawingml/2006/main" noGrp="1"/>
          </p:cNvSpPr>
          <p:nvPr/>
        </p:nvSpPr>
        <p:spPr>
          <a:xfrm xmlns:a="http://schemas.openxmlformats.org/drawingml/2006/main">
            <a:off x="68580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01</a:t>
            </a:r>
          </a:p>
        </p:txBody>
      </p:sp>
      <p:sp>
        <p:nvSpPr>
          <p:cNvPr id="7" name="flow-0">
            <a:extLst xmlns:a="http://schemas.openxmlformats.org/drawingml/2006/main">
              <a:ext uri="{FF2B5EF4-FFF2-40B4-BE49-F238E27FC236}">
                <a16:creationId xmlns:a16="http://schemas.microsoft.com/office/drawing/2014/main" id="{C12287B1-7750-4577-AD3B-A43F319C0999}"/>
              </a:ext>
            </a:extLst>
          </p:cNvPr>
          <p:cNvSpPr>
            <a:spLocks xmlns:a="http://schemas.openxmlformats.org/drawingml/2006/main" noGrp="1"/>
          </p:cNvSpPr>
          <p:nvPr/>
        </p:nvSpPr>
        <p:spPr>
          <a:xfrm xmlns:a="http://schemas.openxmlformats.org/drawingml/2006/main">
            <a:off x="68580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전체 지도</a:t>
            </a:r>
          </a:p>
        </p:txBody>
      </p:sp>
      <p:sp>
        <p:nvSpPr>
          <p:cNvPr id="8" name="step-detail-0">
            <a:extLst xmlns:a="http://schemas.openxmlformats.org/drawingml/2006/main">
              <a:ext uri="{FF2B5EF4-FFF2-40B4-BE49-F238E27FC236}">
                <a16:creationId xmlns:a16="http://schemas.microsoft.com/office/drawing/2014/main" id="{BE2C03C0-51EA-4924-8899-CFCFDC75B29F}"/>
              </a:ext>
            </a:extLst>
          </p:cNvPr>
          <p:cNvSpPr>
            <a:spLocks xmlns:a="http://schemas.openxmlformats.org/drawingml/2006/main" noGrp="1"/>
          </p:cNvSpPr>
          <p:nvPr/>
        </p:nvSpPr>
        <p:spPr>
          <a:xfrm xmlns:a="http://schemas.openxmlformats.org/drawingml/2006/main">
            <a:off x="68580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세 거점 표시</a:t>
            </a:r>
          </a:p>
        </p:txBody>
      </p:sp>
      <p:sp>
        <p:nvSpPr>
          <p:cNvPr id="9" name="step-number-1">
            <a:extLst xmlns:a="http://schemas.openxmlformats.org/drawingml/2006/main">
              <a:ext uri="{FF2B5EF4-FFF2-40B4-BE49-F238E27FC236}">
                <a16:creationId xmlns:a16="http://schemas.microsoft.com/office/drawing/2014/main" id="{60C33690-C421-43BB-AF9B-52EF896FC7AB}"/>
              </a:ext>
            </a:extLst>
          </p:cNvPr>
          <p:cNvSpPr>
            <a:spLocks xmlns:a="http://schemas.openxmlformats.org/drawingml/2006/main" noGrp="1"/>
          </p:cNvSpPr>
          <p:nvPr/>
        </p:nvSpPr>
        <p:spPr>
          <a:xfrm xmlns:a="http://schemas.openxmlformats.org/drawingml/2006/main">
            <a:off x="348615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02</a:t>
            </a:r>
          </a:p>
        </p:txBody>
      </p:sp>
      <p:sp>
        <p:nvSpPr>
          <p:cNvPr id="10" name="flow-1">
            <a:extLst xmlns:a="http://schemas.openxmlformats.org/drawingml/2006/main">
              <a:ext uri="{FF2B5EF4-FFF2-40B4-BE49-F238E27FC236}">
                <a16:creationId xmlns:a16="http://schemas.microsoft.com/office/drawing/2014/main" id="{87D206B6-455C-4C85-9F58-3F5E5D0E2223}"/>
              </a:ext>
            </a:extLst>
          </p:cNvPr>
          <p:cNvSpPr>
            <a:spLocks xmlns:a="http://schemas.openxmlformats.org/drawingml/2006/main" noGrp="1"/>
          </p:cNvSpPr>
          <p:nvPr/>
        </p:nvSpPr>
        <p:spPr>
          <a:xfrm xmlns:a="http://schemas.openxmlformats.org/drawingml/2006/main">
            <a:off x="348615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지역 선택</a:t>
            </a:r>
          </a:p>
        </p:txBody>
      </p:sp>
      <p:sp>
        <p:nvSpPr>
          <p:cNvPr id="11" name="step-detail-1">
            <a:extLst xmlns:a="http://schemas.openxmlformats.org/drawingml/2006/main">
              <a:ext uri="{FF2B5EF4-FFF2-40B4-BE49-F238E27FC236}">
                <a16:creationId xmlns:a16="http://schemas.microsoft.com/office/drawing/2014/main" id="{55841782-2E3B-47AE-91D4-2EFD279ACC21}"/>
              </a:ext>
            </a:extLst>
          </p:cNvPr>
          <p:cNvSpPr>
            <a:spLocks xmlns:a="http://schemas.openxmlformats.org/drawingml/2006/main" noGrp="1"/>
          </p:cNvSpPr>
          <p:nvPr/>
        </p:nvSpPr>
        <p:spPr>
          <a:xfrm xmlns:a="http://schemas.openxmlformats.org/drawingml/2006/main">
            <a:off x="348615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모험의 특징 확인</a:t>
            </a:r>
          </a:p>
        </p:txBody>
      </p:sp>
      <p:sp>
        <p:nvSpPr>
          <p:cNvPr id="12" name="step-number-2">
            <a:extLst xmlns:a="http://schemas.openxmlformats.org/drawingml/2006/main">
              <a:ext uri="{FF2B5EF4-FFF2-40B4-BE49-F238E27FC236}">
                <a16:creationId xmlns:a16="http://schemas.microsoft.com/office/drawing/2014/main" id="{495DABD7-8F15-43E0-9606-45A7CDD5B73B}"/>
              </a:ext>
            </a:extLst>
          </p:cNvPr>
          <p:cNvSpPr>
            <a:spLocks xmlns:a="http://schemas.openxmlformats.org/drawingml/2006/main" noGrp="1"/>
          </p:cNvSpPr>
          <p:nvPr/>
        </p:nvSpPr>
        <p:spPr>
          <a:xfrm xmlns:a="http://schemas.openxmlformats.org/drawingml/2006/main">
            <a:off x="628650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03</a:t>
            </a:r>
          </a:p>
        </p:txBody>
      </p:sp>
      <p:sp>
        <p:nvSpPr>
          <p:cNvPr id="13" name="flow-2">
            <a:extLst xmlns:a="http://schemas.openxmlformats.org/drawingml/2006/main">
              <a:ext uri="{FF2B5EF4-FFF2-40B4-BE49-F238E27FC236}">
                <a16:creationId xmlns:a16="http://schemas.microsoft.com/office/drawing/2014/main" id="{EE85F521-AAB7-42F2-B941-CB0D62CCB08C}"/>
              </a:ext>
            </a:extLst>
          </p:cNvPr>
          <p:cNvSpPr>
            <a:spLocks xmlns:a="http://schemas.openxmlformats.org/drawingml/2006/main" noGrp="1"/>
          </p:cNvSpPr>
          <p:nvPr/>
        </p:nvSpPr>
        <p:spPr>
          <a:xfrm xmlns:a="http://schemas.openxmlformats.org/drawingml/2006/main">
            <a:off x="628650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지역 확대</a:t>
            </a:r>
          </a:p>
        </p:txBody>
      </p:sp>
      <p:sp>
        <p:nvSpPr>
          <p:cNvPr id="14" name="step-detail-2">
            <a:extLst xmlns:a="http://schemas.openxmlformats.org/drawingml/2006/main">
              <a:ext uri="{FF2B5EF4-FFF2-40B4-BE49-F238E27FC236}">
                <a16:creationId xmlns:a16="http://schemas.microsoft.com/office/drawing/2014/main" id="{9DF46735-FB91-4B21-8679-6FF2454BD9CD}"/>
              </a:ext>
            </a:extLst>
          </p:cNvPr>
          <p:cNvSpPr>
            <a:spLocks xmlns:a="http://schemas.openxmlformats.org/drawingml/2006/main" noGrp="1"/>
          </p:cNvSpPr>
          <p:nvPr/>
        </p:nvSpPr>
        <p:spPr>
          <a:xfrm xmlns:a="http://schemas.openxmlformats.org/drawingml/2006/main">
            <a:off x="628650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지형과 생활 터전</a:t>
            </a:r>
          </a:p>
        </p:txBody>
      </p:sp>
      <p:sp>
        <p:nvSpPr>
          <p:cNvPr id="15" name="step-number-3">
            <a:extLst xmlns:a="http://schemas.openxmlformats.org/drawingml/2006/main">
              <a:ext uri="{FF2B5EF4-FFF2-40B4-BE49-F238E27FC236}">
                <a16:creationId xmlns:a16="http://schemas.microsoft.com/office/drawing/2014/main" id="{E5E64EC0-1748-447E-8657-CD7DB244A043}"/>
              </a:ext>
            </a:extLst>
          </p:cNvPr>
          <p:cNvSpPr>
            <a:spLocks xmlns:a="http://schemas.openxmlformats.org/drawingml/2006/main" noGrp="1"/>
          </p:cNvSpPr>
          <p:nvPr/>
        </p:nvSpPr>
        <p:spPr>
          <a:xfrm xmlns:a="http://schemas.openxmlformats.org/drawingml/2006/main">
            <a:off x="9086850" y="21526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04</a:t>
            </a:r>
          </a:p>
        </p:txBody>
      </p:sp>
      <p:sp>
        <p:nvSpPr>
          <p:cNvPr id="16" name="flow-3">
            <a:extLst xmlns:a="http://schemas.openxmlformats.org/drawingml/2006/main">
              <a:ext uri="{FF2B5EF4-FFF2-40B4-BE49-F238E27FC236}">
                <a16:creationId xmlns:a16="http://schemas.microsoft.com/office/drawing/2014/main" id="{D65AB9AC-11AE-48EE-8DC2-4A26F8A27915}"/>
              </a:ext>
            </a:extLst>
          </p:cNvPr>
          <p:cNvSpPr>
            <a:spLocks xmlns:a="http://schemas.openxmlformats.org/drawingml/2006/main" noGrp="1"/>
          </p:cNvSpPr>
          <p:nvPr/>
        </p:nvSpPr>
        <p:spPr>
          <a:xfrm xmlns:a="http://schemas.openxmlformats.org/drawingml/2006/main">
            <a:off x="9086850" y="27241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인물에 도착</a:t>
            </a:r>
          </a:p>
        </p:txBody>
      </p:sp>
      <p:sp>
        <p:nvSpPr>
          <p:cNvPr id="17" name="step-detail-3">
            <a:extLst xmlns:a="http://schemas.openxmlformats.org/drawingml/2006/main">
              <a:ext uri="{FF2B5EF4-FFF2-40B4-BE49-F238E27FC236}">
                <a16:creationId xmlns:a16="http://schemas.microsoft.com/office/drawing/2014/main" id="{40EBE342-B226-4196-A80F-ABE2D69711D5}"/>
              </a:ext>
            </a:extLst>
          </p:cNvPr>
          <p:cNvSpPr>
            <a:spLocks xmlns:a="http://schemas.openxmlformats.org/drawingml/2006/main" noGrp="1"/>
          </p:cNvSpPr>
          <p:nvPr/>
        </p:nvSpPr>
        <p:spPr>
          <a:xfrm xmlns:a="http://schemas.openxmlformats.org/drawingml/2006/main">
            <a:off x="9086850" y="3905250"/>
            <a:ext cx="24193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첫 행동 시작</a:t>
            </a:r>
          </a:p>
        </p:txBody>
      </p:sp>
      <p:sp>
        <p:nvSpPr>
          <p:cNvPr id="21" name="takeaway">
            <a:extLst xmlns:a="http://schemas.openxmlformats.org/drawingml/2006/main">
              <a:ext uri="{FF2B5EF4-FFF2-40B4-BE49-F238E27FC236}">
                <a16:creationId xmlns:a16="http://schemas.microsoft.com/office/drawing/2014/main" id="{13EA8C48-6BDE-483D-8E15-5FF5395A8BEF}"/>
              </a:ext>
            </a:extLst>
          </p:cNvPr>
          <p:cNvSpPr>
            <a:spLocks xmlns:a="http://schemas.openxmlformats.org/drawingml/2006/main" noGrp="1"/>
          </p:cNvSpPr>
          <p:nvPr/>
        </p:nvSpPr>
        <p:spPr>
          <a:xfrm xmlns:a="http://schemas.openxmlformats.org/drawingml/2006/main">
            <a:off x="685800" y="56959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BA563E"/>
                </a:solidFill>
                <a:latin typeface="Malgun Gothic"/>
                <a:ea typeface="Malgun Gothic"/>
                <a:cs typeface="Malgun Gothic"/>
              </a:defRPr>
            </a:defPPr>
            <a:lvl1pPr>
              <a:defRPr sz="1950" b="1">
                <a:solidFill>
                  <a:srgbClr val="BA563E"/>
                </a:solidFill>
                <a:latin typeface="Malgun Gothic"/>
                <a:ea typeface="Malgun Gothic"/>
                <a:cs typeface="Malgun Gothic"/>
              </a:defRPr>
            </a:lvl1pPr>
            <a:lvl2pPr>
              <a:defRPr sz="1950" b="1">
                <a:solidFill>
                  <a:srgbClr val="BA563E"/>
                </a:solidFill>
                <a:latin typeface="Malgun Gothic"/>
                <a:ea typeface="Malgun Gothic"/>
                <a:cs typeface="Malgun Gothic"/>
              </a:defRPr>
            </a:lvl2pPr>
            <a:lvl3pPr>
              <a:defRPr sz="1950" b="1">
                <a:solidFill>
                  <a:srgbClr val="BA563E"/>
                </a:solidFill>
                <a:latin typeface="Malgun Gothic"/>
                <a:ea typeface="Malgun Gothic"/>
                <a:cs typeface="Malgun Gothic"/>
              </a:defRPr>
            </a:lvl3pPr>
            <a:lvl4pPr>
              <a:defRPr sz="1950" b="1">
                <a:solidFill>
                  <a:srgbClr val="BA563E"/>
                </a:solidFill>
                <a:latin typeface="Malgun Gothic"/>
                <a:ea typeface="Malgun Gothic"/>
                <a:cs typeface="Malgun Gothic"/>
              </a:defRPr>
            </a:lvl4pPr>
            <a:lvl5pPr>
              <a:defRPr sz="1950" b="1">
                <a:solidFill>
                  <a:srgbClr val="BA563E"/>
                </a:solidFill>
                <a:latin typeface="Malgun Gothic"/>
                <a:ea typeface="Malgun Gothic"/>
                <a:cs typeface="Malgun Gothic"/>
              </a:defRPr>
            </a:lvl5pPr>
            <a:lvl6pPr>
              <a:defRPr sz="1950" b="1">
                <a:solidFill>
                  <a:srgbClr val="BA563E"/>
                </a:solidFill>
                <a:latin typeface="Malgun Gothic"/>
                <a:ea typeface="Malgun Gothic"/>
                <a:cs typeface="Malgun Gothic"/>
              </a:defRPr>
            </a:lvl6pPr>
            <a:lvl7pPr>
              <a:defRPr sz="1950" b="1">
                <a:solidFill>
                  <a:srgbClr val="BA563E"/>
                </a:solidFill>
                <a:latin typeface="Malgun Gothic"/>
                <a:ea typeface="Malgun Gothic"/>
                <a:cs typeface="Malgun Gothic"/>
              </a:defRPr>
            </a:lvl7pPr>
            <a:lvl8pPr>
              <a:defRPr sz="1950" b="1">
                <a:solidFill>
                  <a:srgbClr val="BA563E"/>
                </a:solidFill>
                <a:latin typeface="Malgun Gothic"/>
                <a:ea typeface="Malgun Gothic"/>
                <a:cs typeface="Malgun Gothic"/>
              </a:defRPr>
            </a:lvl8pPr>
            <a:lvl9pPr>
              <a:defRPr sz="1950" b="1">
                <a:solidFill>
                  <a:srgbClr val="BA563E"/>
                </a:solidFill>
                <a:latin typeface="Malgun Gothic"/>
                <a:ea typeface="Malgun Gothic"/>
                <a:cs typeface="Malgun Gothic"/>
              </a:defRPr>
            </a:lvl9pPr>
          </a:lstStyle>
          <a:p xmlns:a="http://schemas.openxmlformats.org/drawingml/2006/main">
            <a:pPr>
              <a:defRPr sz="1950" b="1">
                <a:solidFill>
                  <a:srgbClr val="BA563E"/>
                </a:solidFill>
                <a:latin typeface="Malgun Gothic"/>
                <a:ea typeface="Malgun Gothic"/>
                <a:cs typeface="Malgun Gothic"/>
              </a:defRPr>
            </a:pPr>
            <a:r>
              <a:rPr sz="1950" b="1">
                <a:solidFill>
                  <a:srgbClr val="BA563E"/>
                </a:solidFill>
                <a:latin typeface="Malgun Gothic"/>
                <a:ea typeface="Malgun Gothic"/>
                <a:cs typeface="Malgun Gothic"/>
              </a:rPr>
              <a:t>산맥과 강, 해안을 위치의 기준으로 삼는다</a:t>
            </a:r>
          </a:p>
        </p:txBody>
      </p:sp>
    </p:spTree>
    <p:extLst>
      <p:ext uri="{BB962C8B-B14F-4D97-AF65-F5344CB8AC3E}">
        <p14:creationId xmlns:p14="http://schemas.microsoft.com/office/powerpoint/2010/main" val="1148443794"/>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4524EF0-5DCB-4460-B14D-83F1D4AC35B0}"/>
              </a:ext>
            </a:extLst>
          </p:cNvPr>
          <p:cNvCxnSpPr>
            <a:stCxn xmlns:a="http://schemas.openxmlformats.org/drawingml/2006/main" id="9" idx="3"/>
            <a:endCxn xmlns:a="http://schemas.openxmlformats.org/drawingml/2006/main" id="10" idx="1"/>
          </p:cNvCxnSpPr>
          <p:nvPr/>
        </p:nvCxnSpPr>
        <p:spPr>
          <a:xfrm xmlns:a="http://schemas.openxmlformats.org/drawingml/2006/main">
            <a:off x="7772400" y="3638550"/>
            <a:ext cx="6477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8C576D70-9C65-49FD-BE9B-134B2F9A4E6D}"/>
              </a:ext>
            </a:extLst>
          </p:cNvPr>
          <p:cNvCxnSpPr>
            <a:stCxn xmlns:a="http://schemas.openxmlformats.org/drawingml/2006/main" id="8" idx="3"/>
            <a:endCxn xmlns:a="http://schemas.openxmlformats.org/drawingml/2006/main" id="9" idx="1"/>
          </p:cNvCxnSpPr>
          <p:nvPr/>
        </p:nvCxnSpPr>
        <p:spPr>
          <a:xfrm xmlns:a="http://schemas.openxmlformats.org/drawingml/2006/main" flipV="1">
            <a:off x="3600450" y="3638550"/>
            <a:ext cx="1085850" cy="962025"/>
          </a:xfrm>
          <a:prstGeom xmlns:a="http://schemas.openxmlformats.org/drawingml/2006/main" prst="bentConnector3">
            <a:avLst>
              <a:gd name="adj1" fmla="val 50000"/>
            </a:avLst>
          </a:prstGeom>
          <a:ln xmlns:a="http://schemas.openxmlformats.org/drawingml/2006/main" w="14288">
            <a:solidFill>
              <a:srgbClr val="BA563E"/>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B35CEDD-67C9-4404-9568-4971E1BBBB1E}"/>
              </a:ext>
            </a:extLst>
          </p:cNvPr>
          <p:cNvCxnSpPr>
            <a:stCxn xmlns:a="http://schemas.openxmlformats.org/drawingml/2006/main" id="7" idx="3"/>
            <a:endCxn xmlns:a="http://schemas.openxmlformats.org/drawingml/2006/main" id="9" idx="1"/>
          </p:cNvCxnSpPr>
          <p:nvPr/>
        </p:nvCxnSpPr>
        <p:spPr>
          <a:xfrm xmlns:a="http://schemas.openxmlformats.org/drawingml/2006/main">
            <a:off x="3600450" y="3571875"/>
            <a:ext cx="1085850" cy="66675"/>
          </a:xfrm>
          <a:prstGeom xmlns:a="http://schemas.openxmlformats.org/drawingml/2006/main" prst="bentConnector3">
            <a:avLst>
              <a:gd name="adj1" fmla="val 50000"/>
            </a:avLst>
          </a:prstGeom>
          <a:ln xmlns:a="http://schemas.openxmlformats.org/drawingml/2006/main" w="14288">
            <a:solidFill>
              <a:srgbClr val="BA563E"/>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A22F4958-4FE3-4B20-BFE9-CC2598CB2E6E}"/>
              </a:ext>
            </a:extLst>
          </p:cNvPr>
          <p:cNvCxnSpPr>
            <a:stCxn xmlns:a="http://schemas.openxmlformats.org/drawingml/2006/main" id="6" idx="3"/>
            <a:endCxn xmlns:a="http://schemas.openxmlformats.org/drawingml/2006/main" id="9" idx="1"/>
          </p:cNvCxnSpPr>
          <p:nvPr/>
        </p:nvCxnSpPr>
        <p:spPr>
          <a:xfrm xmlns:a="http://schemas.openxmlformats.org/drawingml/2006/main">
            <a:off x="3600450" y="2543175"/>
            <a:ext cx="1085850" cy="1095375"/>
          </a:xfrm>
          <a:prstGeom xmlns:a="http://schemas.openxmlformats.org/drawingml/2006/main" prst="bentConnector3">
            <a:avLst>
              <a:gd name="adj1" fmla="val 50000"/>
            </a:avLst>
          </a:prstGeom>
          <a:ln xmlns:a="http://schemas.openxmlformats.org/drawingml/2006/main" w="14288">
            <a:solidFill>
              <a:srgbClr val="BA563E"/>
            </a:solidFill>
            <a:prstDash val="solid"/>
            <a:tailEnd type="triangle" w="med" len="med"/>
          </a:ln>
        </p:spPr>
      </p:cxnSp>
      <p:sp>
        <p:nvSpPr>
          <p:cNvPr id="16" name="title">
            <a:extLst xmlns:a="http://schemas.openxmlformats.org/drawingml/2006/main">
              <a:ext uri="{FF2B5EF4-FFF2-40B4-BE49-F238E27FC236}">
                <a16:creationId xmlns:a16="http://schemas.microsoft.com/office/drawing/2014/main" id="{FDB786B6-5510-440E-AFEF-54D73C111747}"/>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다른 출발이 하나의 이야기로</a:t>
            </a:r>
          </a:p>
        </p:txBody>
      </p:sp>
      <p:sp>
        <p:nvSpPr>
          <p:cNvPr id="2" name="subtitle">
            <a:extLst xmlns:a="http://schemas.openxmlformats.org/drawingml/2006/main">
              <a:ext uri="{FF2B5EF4-FFF2-40B4-BE49-F238E27FC236}">
                <a16:creationId xmlns:a16="http://schemas.microsoft.com/office/drawing/2014/main" id="{8A3E4F82-9431-4644-8698-D0C2E7E6D4B0}"/>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출발 경로마다 공통 사건에 기여하는 방식이 달라진다</a:t>
            </a:r>
          </a:p>
        </p:txBody>
      </p:sp>
      <p:sp>
        <p:nvSpPr>
          <p:cNvPr id="3" name="footer-rule">
            <a:extLst xmlns:a="http://schemas.openxmlformats.org/drawingml/2006/main">
              <a:ext uri="{FF2B5EF4-FFF2-40B4-BE49-F238E27FC236}">
                <a16:creationId xmlns:a16="http://schemas.microsoft.com/office/drawing/2014/main" id="{A8FD186A-E50E-43BF-A501-9C7A4092D0D3}"/>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7D02E5B3-DD49-45E3-BAC9-A54C75117674}"/>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A3CA258B-1F8C-4941-A85A-EDE0D4690AC6}"/>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05</a:t>
            </a:r>
          </a:p>
        </p:txBody>
      </p:sp>
      <p:sp>
        <p:nvSpPr>
          <p:cNvPr id="6" name="start-0">
            <a:extLst xmlns:a="http://schemas.openxmlformats.org/drawingml/2006/main">
              <a:ext uri="{FF2B5EF4-FFF2-40B4-BE49-F238E27FC236}">
                <a16:creationId xmlns:a16="http://schemas.microsoft.com/office/drawing/2014/main" id="{D9F1C469-ADA9-4708-80B4-5F68A0B6D490}"/>
              </a:ext>
            </a:extLst>
          </p:cNvPr>
          <p:cNvSpPr>
            <a:spLocks xmlns:a="http://schemas.openxmlformats.org/drawingml/2006/main" noGrp="1"/>
          </p:cNvSpPr>
          <p:nvPr/>
        </p:nvSpPr>
        <p:spPr>
          <a:xfrm xmlns:a="http://schemas.openxmlformats.org/drawingml/2006/main">
            <a:off x="685800" y="2171700"/>
            <a:ext cx="29146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a:solidFill>
                  <a:srgbClr val="222B38"/>
                </a:solidFill>
                <a:latin typeface="Malgun Gothic"/>
                <a:ea typeface="Malgun Gothic"/>
                <a:cs typeface="Malgun Gothic"/>
              </a:defRPr>
            </a:defPPr>
            <a:lvl1pPr algn="ctr">
              <a:defRPr sz="2100">
                <a:solidFill>
                  <a:srgbClr val="222B38"/>
                </a:solidFill>
                <a:latin typeface="Malgun Gothic"/>
                <a:ea typeface="Malgun Gothic"/>
                <a:cs typeface="Malgun Gothic"/>
              </a:defRPr>
            </a:lvl1pPr>
            <a:lvl2pPr algn="ctr">
              <a:defRPr sz="2100">
                <a:solidFill>
                  <a:srgbClr val="222B38"/>
                </a:solidFill>
                <a:latin typeface="Malgun Gothic"/>
                <a:ea typeface="Malgun Gothic"/>
                <a:cs typeface="Malgun Gothic"/>
              </a:defRPr>
            </a:lvl2pPr>
            <a:lvl3pPr algn="ctr">
              <a:defRPr sz="2100">
                <a:solidFill>
                  <a:srgbClr val="222B38"/>
                </a:solidFill>
                <a:latin typeface="Malgun Gothic"/>
                <a:ea typeface="Malgun Gothic"/>
                <a:cs typeface="Malgun Gothic"/>
              </a:defRPr>
            </a:lvl3pPr>
            <a:lvl4pPr algn="ctr">
              <a:defRPr sz="2100">
                <a:solidFill>
                  <a:srgbClr val="222B38"/>
                </a:solidFill>
                <a:latin typeface="Malgun Gothic"/>
                <a:ea typeface="Malgun Gothic"/>
                <a:cs typeface="Malgun Gothic"/>
              </a:defRPr>
            </a:lvl4pPr>
            <a:lvl5pPr algn="ctr">
              <a:defRPr sz="2100">
                <a:solidFill>
                  <a:srgbClr val="222B38"/>
                </a:solidFill>
                <a:latin typeface="Malgun Gothic"/>
                <a:ea typeface="Malgun Gothic"/>
                <a:cs typeface="Malgun Gothic"/>
              </a:defRPr>
            </a:lvl5pPr>
            <a:lvl6pPr algn="ctr">
              <a:defRPr sz="2100">
                <a:solidFill>
                  <a:srgbClr val="222B38"/>
                </a:solidFill>
                <a:latin typeface="Malgun Gothic"/>
                <a:ea typeface="Malgun Gothic"/>
                <a:cs typeface="Malgun Gothic"/>
              </a:defRPr>
            </a:lvl6pPr>
            <a:lvl7pPr algn="ctr">
              <a:defRPr sz="2100">
                <a:solidFill>
                  <a:srgbClr val="222B38"/>
                </a:solidFill>
                <a:latin typeface="Malgun Gothic"/>
                <a:ea typeface="Malgun Gothic"/>
                <a:cs typeface="Malgun Gothic"/>
              </a:defRPr>
            </a:lvl7pPr>
            <a:lvl8pPr algn="ctr">
              <a:defRPr sz="2100">
                <a:solidFill>
                  <a:srgbClr val="222B38"/>
                </a:solidFill>
                <a:latin typeface="Malgun Gothic"/>
                <a:ea typeface="Malgun Gothic"/>
                <a:cs typeface="Malgun Gothic"/>
              </a:defRPr>
            </a:lvl8pPr>
            <a:lvl9pPr algn="ctr">
              <a:defRPr sz="2100">
                <a:solidFill>
                  <a:srgbClr val="222B38"/>
                </a:solidFill>
                <a:latin typeface="Malgun Gothic"/>
                <a:ea typeface="Malgun Gothic"/>
                <a:cs typeface="Malgun Gothic"/>
              </a:defRPr>
            </a:lvl9pPr>
          </a:lstStyle>
          <a:p xmlns:a="http://schemas.openxmlformats.org/drawingml/2006/main">
            <a:pPr algn="ctr">
              <a:defRPr sz="2100">
                <a:solidFill>
                  <a:srgbClr val="222B38"/>
                </a:solidFill>
                <a:latin typeface="Malgun Gothic"/>
                <a:ea typeface="Malgun Gothic"/>
                <a:cs typeface="Malgun Gothic"/>
              </a:defRPr>
            </a:pPr>
            <a:r>
              <a:rPr sz="2100">
                <a:solidFill>
                  <a:srgbClr val="222B38"/>
                </a:solidFill>
                <a:latin typeface="Malgun Gothic"/>
                <a:ea typeface="Malgun Gothic"/>
                <a:cs typeface="Malgun Gothic"/>
              </a:rPr>
              <a:t>사냥과 제작</a:t>
            </a:r>
          </a:p>
        </p:txBody>
      </p:sp>
      <p:sp>
        <p:nvSpPr>
          <p:cNvPr id="7" name="start-1">
            <a:extLst xmlns:a="http://schemas.openxmlformats.org/drawingml/2006/main">
              <a:ext uri="{FF2B5EF4-FFF2-40B4-BE49-F238E27FC236}">
                <a16:creationId xmlns:a16="http://schemas.microsoft.com/office/drawing/2014/main" id="{245BD8F2-F655-4A5B-9F5D-CB103F5FAD4C}"/>
              </a:ext>
            </a:extLst>
          </p:cNvPr>
          <p:cNvSpPr>
            <a:spLocks xmlns:a="http://schemas.openxmlformats.org/drawingml/2006/main" noGrp="1"/>
          </p:cNvSpPr>
          <p:nvPr/>
        </p:nvSpPr>
        <p:spPr>
          <a:xfrm xmlns:a="http://schemas.openxmlformats.org/drawingml/2006/main">
            <a:off x="685800" y="3200400"/>
            <a:ext cx="29146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a:solidFill>
                  <a:srgbClr val="222B38"/>
                </a:solidFill>
                <a:latin typeface="Malgun Gothic"/>
                <a:ea typeface="Malgun Gothic"/>
                <a:cs typeface="Malgun Gothic"/>
              </a:defRPr>
            </a:defPPr>
            <a:lvl1pPr algn="ctr">
              <a:defRPr sz="2100">
                <a:solidFill>
                  <a:srgbClr val="222B38"/>
                </a:solidFill>
                <a:latin typeface="Malgun Gothic"/>
                <a:ea typeface="Malgun Gothic"/>
                <a:cs typeface="Malgun Gothic"/>
              </a:defRPr>
            </a:lvl1pPr>
            <a:lvl2pPr algn="ctr">
              <a:defRPr sz="2100">
                <a:solidFill>
                  <a:srgbClr val="222B38"/>
                </a:solidFill>
                <a:latin typeface="Malgun Gothic"/>
                <a:ea typeface="Malgun Gothic"/>
                <a:cs typeface="Malgun Gothic"/>
              </a:defRPr>
            </a:lvl2pPr>
            <a:lvl3pPr algn="ctr">
              <a:defRPr sz="2100">
                <a:solidFill>
                  <a:srgbClr val="222B38"/>
                </a:solidFill>
                <a:latin typeface="Malgun Gothic"/>
                <a:ea typeface="Malgun Gothic"/>
                <a:cs typeface="Malgun Gothic"/>
              </a:defRPr>
            </a:lvl3pPr>
            <a:lvl4pPr algn="ctr">
              <a:defRPr sz="2100">
                <a:solidFill>
                  <a:srgbClr val="222B38"/>
                </a:solidFill>
                <a:latin typeface="Malgun Gothic"/>
                <a:ea typeface="Malgun Gothic"/>
                <a:cs typeface="Malgun Gothic"/>
              </a:defRPr>
            </a:lvl4pPr>
            <a:lvl5pPr algn="ctr">
              <a:defRPr sz="2100">
                <a:solidFill>
                  <a:srgbClr val="222B38"/>
                </a:solidFill>
                <a:latin typeface="Malgun Gothic"/>
                <a:ea typeface="Malgun Gothic"/>
                <a:cs typeface="Malgun Gothic"/>
              </a:defRPr>
            </a:lvl5pPr>
            <a:lvl6pPr algn="ctr">
              <a:defRPr sz="2100">
                <a:solidFill>
                  <a:srgbClr val="222B38"/>
                </a:solidFill>
                <a:latin typeface="Malgun Gothic"/>
                <a:ea typeface="Malgun Gothic"/>
                <a:cs typeface="Malgun Gothic"/>
              </a:defRPr>
            </a:lvl6pPr>
            <a:lvl7pPr algn="ctr">
              <a:defRPr sz="2100">
                <a:solidFill>
                  <a:srgbClr val="222B38"/>
                </a:solidFill>
                <a:latin typeface="Malgun Gothic"/>
                <a:ea typeface="Malgun Gothic"/>
                <a:cs typeface="Malgun Gothic"/>
              </a:defRPr>
            </a:lvl7pPr>
            <a:lvl8pPr algn="ctr">
              <a:defRPr sz="2100">
                <a:solidFill>
                  <a:srgbClr val="222B38"/>
                </a:solidFill>
                <a:latin typeface="Malgun Gothic"/>
                <a:ea typeface="Malgun Gothic"/>
                <a:cs typeface="Malgun Gothic"/>
              </a:defRPr>
            </a:lvl8pPr>
            <a:lvl9pPr algn="ctr">
              <a:defRPr sz="2100">
                <a:solidFill>
                  <a:srgbClr val="222B38"/>
                </a:solidFill>
                <a:latin typeface="Malgun Gothic"/>
                <a:ea typeface="Malgun Gothic"/>
                <a:cs typeface="Malgun Gothic"/>
              </a:defRPr>
            </a:lvl9pPr>
          </a:lstStyle>
          <a:p xmlns:a="http://schemas.openxmlformats.org/drawingml/2006/main">
            <a:pPr algn="ctr">
              <a:defRPr sz="2100">
                <a:solidFill>
                  <a:srgbClr val="222B38"/>
                </a:solidFill>
                <a:latin typeface="Malgun Gothic"/>
                <a:ea typeface="Malgun Gothic"/>
                <a:cs typeface="Malgun Gothic"/>
              </a:defRPr>
            </a:pPr>
            <a:r>
              <a:rPr sz="2100">
                <a:solidFill>
                  <a:srgbClr val="222B38"/>
                </a:solidFill>
                <a:latin typeface="Malgun Gothic"/>
                <a:ea typeface="Malgun Gothic"/>
                <a:cs typeface="Malgun Gothic"/>
              </a:rPr>
              <a:t>정착과 마을</a:t>
            </a:r>
          </a:p>
        </p:txBody>
      </p:sp>
      <p:sp>
        <p:nvSpPr>
          <p:cNvPr id="8" name="start-2">
            <a:extLst xmlns:a="http://schemas.openxmlformats.org/drawingml/2006/main">
              <a:ext uri="{FF2B5EF4-FFF2-40B4-BE49-F238E27FC236}">
                <a16:creationId xmlns:a16="http://schemas.microsoft.com/office/drawing/2014/main" id="{37AAC89C-ACD7-4574-B844-C938414C6595}"/>
              </a:ext>
            </a:extLst>
          </p:cNvPr>
          <p:cNvSpPr>
            <a:spLocks xmlns:a="http://schemas.openxmlformats.org/drawingml/2006/main" noGrp="1"/>
          </p:cNvSpPr>
          <p:nvPr/>
        </p:nvSpPr>
        <p:spPr>
          <a:xfrm xmlns:a="http://schemas.openxmlformats.org/drawingml/2006/main">
            <a:off x="685800" y="4229100"/>
            <a:ext cx="29146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a:solidFill>
                  <a:srgbClr val="222B38"/>
                </a:solidFill>
                <a:latin typeface="Malgun Gothic"/>
                <a:ea typeface="Malgun Gothic"/>
                <a:cs typeface="Malgun Gothic"/>
              </a:defRPr>
            </a:defPPr>
            <a:lvl1pPr algn="ctr">
              <a:defRPr sz="2100">
                <a:solidFill>
                  <a:srgbClr val="222B38"/>
                </a:solidFill>
                <a:latin typeface="Malgun Gothic"/>
                <a:ea typeface="Malgun Gothic"/>
                <a:cs typeface="Malgun Gothic"/>
              </a:defRPr>
            </a:lvl1pPr>
            <a:lvl2pPr algn="ctr">
              <a:defRPr sz="2100">
                <a:solidFill>
                  <a:srgbClr val="222B38"/>
                </a:solidFill>
                <a:latin typeface="Malgun Gothic"/>
                <a:ea typeface="Malgun Gothic"/>
                <a:cs typeface="Malgun Gothic"/>
              </a:defRPr>
            </a:lvl2pPr>
            <a:lvl3pPr algn="ctr">
              <a:defRPr sz="2100">
                <a:solidFill>
                  <a:srgbClr val="222B38"/>
                </a:solidFill>
                <a:latin typeface="Malgun Gothic"/>
                <a:ea typeface="Malgun Gothic"/>
                <a:cs typeface="Malgun Gothic"/>
              </a:defRPr>
            </a:lvl3pPr>
            <a:lvl4pPr algn="ctr">
              <a:defRPr sz="2100">
                <a:solidFill>
                  <a:srgbClr val="222B38"/>
                </a:solidFill>
                <a:latin typeface="Malgun Gothic"/>
                <a:ea typeface="Malgun Gothic"/>
                <a:cs typeface="Malgun Gothic"/>
              </a:defRPr>
            </a:lvl4pPr>
            <a:lvl5pPr algn="ctr">
              <a:defRPr sz="2100">
                <a:solidFill>
                  <a:srgbClr val="222B38"/>
                </a:solidFill>
                <a:latin typeface="Malgun Gothic"/>
                <a:ea typeface="Malgun Gothic"/>
                <a:cs typeface="Malgun Gothic"/>
              </a:defRPr>
            </a:lvl5pPr>
            <a:lvl6pPr algn="ctr">
              <a:defRPr sz="2100">
                <a:solidFill>
                  <a:srgbClr val="222B38"/>
                </a:solidFill>
                <a:latin typeface="Malgun Gothic"/>
                <a:ea typeface="Malgun Gothic"/>
                <a:cs typeface="Malgun Gothic"/>
              </a:defRPr>
            </a:lvl6pPr>
            <a:lvl7pPr algn="ctr">
              <a:defRPr sz="2100">
                <a:solidFill>
                  <a:srgbClr val="222B38"/>
                </a:solidFill>
                <a:latin typeface="Malgun Gothic"/>
                <a:ea typeface="Malgun Gothic"/>
                <a:cs typeface="Malgun Gothic"/>
              </a:defRPr>
            </a:lvl7pPr>
            <a:lvl8pPr algn="ctr">
              <a:defRPr sz="2100">
                <a:solidFill>
                  <a:srgbClr val="222B38"/>
                </a:solidFill>
                <a:latin typeface="Malgun Gothic"/>
                <a:ea typeface="Malgun Gothic"/>
                <a:cs typeface="Malgun Gothic"/>
              </a:defRPr>
            </a:lvl8pPr>
            <a:lvl9pPr algn="ctr">
              <a:defRPr sz="2100">
                <a:solidFill>
                  <a:srgbClr val="222B38"/>
                </a:solidFill>
                <a:latin typeface="Malgun Gothic"/>
                <a:ea typeface="Malgun Gothic"/>
                <a:cs typeface="Malgun Gothic"/>
              </a:defRPr>
            </a:lvl9pPr>
          </a:lstStyle>
          <a:p xmlns:a="http://schemas.openxmlformats.org/drawingml/2006/main">
            <a:pPr algn="ctr">
              <a:defRPr sz="2100">
                <a:solidFill>
                  <a:srgbClr val="222B38"/>
                </a:solidFill>
                <a:latin typeface="Malgun Gothic"/>
                <a:ea typeface="Malgun Gothic"/>
                <a:cs typeface="Malgun Gothic"/>
              </a:defRPr>
            </a:pPr>
            <a:r>
              <a:rPr sz="2100">
                <a:solidFill>
                  <a:srgbClr val="222B38"/>
                </a:solidFill>
                <a:latin typeface="Malgun Gothic"/>
                <a:ea typeface="Malgun Gothic"/>
                <a:cs typeface="Malgun Gothic"/>
              </a:rPr>
              <a:t>해안 생존과 교류</a:t>
            </a:r>
          </a:p>
        </p:txBody>
      </p:sp>
      <p:sp>
        <p:nvSpPr>
          <p:cNvPr id="9" name="merge-0">
            <a:extLst xmlns:a="http://schemas.openxmlformats.org/drawingml/2006/main">
              <a:ext uri="{FF2B5EF4-FFF2-40B4-BE49-F238E27FC236}">
                <a16:creationId xmlns:a16="http://schemas.microsoft.com/office/drawing/2014/main" id="{84823FF8-B0CA-4174-BD64-6251F3DEE46E}"/>
              </a:ext>
            </a:extLst>
          </p:cNvPr>
          <p:cNvSpPr>
            <a:spLocks xmlns:a="http://schemas.openxmlformats.org/drawingml/2006/main" noGrp="1"/>
          </p:cNvSpPr>
          <p:nvPr/>
        </p:nvSpPr>
        <p:spPr>
          <a:xfrm xmlns:a="http://schemas.openxmlformats.org/drawingml/2006/main">
            <a:off x="4686300" y="3143250"/>
            <a:ext cx="30861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촌락 간 접촉</a:t>
            </a:r>
          </a:p>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교류, 협력과 갈등</a:t>
            </a:r>
          </a:p>
        </p:txBody>
      </p:sp>
      <p:sp>
        <p:nvSpPr>
          <p:cNvPr id="10" name="merge-1">
            <a:extLst xmlns:a="http://schemas.openxmlformats.org/drawingml/2006/main">
              <a:ext uri="{FF2B5EF4-FFF2-40B4-BE49-F238E27FC236}">
                <a16:creationId xmlns:a16="http://schemas.microsoft.com/office/drawing/2014/main" id="{D5473233-90FB-4203-B1B3-6B5E1C73E510}"/>
              </a:ext>
            </a:extLst>
          </p:cNvPr>
          <p:cNvSpPr>
            <a:spLocks xmlns:a="http://schemas.openxmlformats.org/drawingml/2006/main" noGrp="1"/>
          </p:cNvSpPr>
          <p:nvPr/>
        </p:nvSpPr>
        <p:spPr>
          <a:xfrm xmlns:a="http://schemas.openxmlformats.org/drawingml/2006/main">
            <a:off x="8420100" y="3143250"/>
            <a:ext cx="30861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공통의 큰 사건</a:t>
            </a:r>
          </a:p>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다음 시대의 이야기</a:t>
            </a:r>
          </a:p>
        </p:txBody>
      </p:sp>
      <p:sp>
        <p:nvSpPr>
          <p:cNvPr id="15" name="takeaway">
            <a:extLst xmlns:a="http://schemas.openxmlformats.org/drawingml/2006/main">
              <a:ext uri="{FF2B5EF4-FFF2-40B4-BE49-F238E27FC236}">
                <a16:creationId xmlns:a16="http://schemas.microsoft.com/office/drawing/2014/main" id="{78EC7EAC-69F5-4118-8A05-216B7882B1D8}"/>
              </a:ext>
            </a:extLst>
          </p:cNvPr>
          <p:cNvSpPr>
            <a:spLocks xmlns:a="http://schemas.openxmlformats.org/drawingml/2006/main" noGrp="1"/>
          </p:cNvSpPr>
          <p:nvPr/>
        </p:nvSpPr>
        <p:spPr>
          <a:xfrm xmlns:a="http://schemas.openxmlformats.org/drawingml/2006/main">
            <a:off x="685800" y="56959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BA563E"/>
                </a:solidFill>
                <a:latin typeface="Malgun Gothic"/>
                <a:ea typeface="Malgun Gothic"/>
                <a:cs typeface="Malgun Gothic"/>
              </a:defRPr>
            </a:defPPr>
            <a:lvl1pPr>
              <a:defRPr sz="1950" b="1">
                <a:solidFill>
                  <a:srgbClr val="BA563E"/>
                </a:solidFill>
                <a:latin typeface="Malgun Gothic"/>
                <a:ea typeface="Malgun Gothic"/>
                <a:cs typeface="Malgun Gothic"/>
              </a:defRPr>
            </a:lvl1pPr>
            <a:lvl2pPr>
              <a:defRPr sz="1950" b="1">
                <a:solidFill>
                  <a:srgbClr val="BA563E"/>
                </a:solidFill>
                <a:latin typeface="Malgun Gothic"/>
                <a:ea typeface="Malgun Gothic"/>
                <a:cs typeface="Malgun Gothic"/>
              </a:defRPr>
            </a:lvl2pPr>
            <a:lvl3pPr>
              <a:defRPr sz="1950" b="1">
                <a:solidFill>
                  <a:srgbClr val="BA563E"/>
                </a:solidFill>
                <a:latin typeface="Malgun Gothic"/>
                <a:ea typeface="Malgun Gothic"/>
                <a:cs typeface="Malgun Gothic"/>
              </a:defRPr>
            </a:lvl3pPr>
            <a:lvl4pPr>
              <a:defRPr sz="1950" b="1">
                <a:solidFill>
                  <a:srgbClr val="BA563E"/>
                </a:solidFill>
                <a:latin typeface="Malgun Gothic"/>
                <a:ea typeface="Malgun Gothic"/>
                <a:cs typeface="Malgun Gothic"/>
              </a:defRPr>
            </a:lvl4pPr>
            <a:lvl5pPr>
              <a:defRPr sz="1950" b="1">
                <a:solidFill>
                  <a:srgbClr val="BA563E"/>
                </a:solidFill>
                <a:latin typeface="Malgun Gothic"/>
                <a:ea typeface="Malgun Gothic"/>
                <a:cs typeface="Malgun Gothic"/>
              </a:defRPr>
            </a:lvl5pPr>
            <a:lvl6pPr>
              <a:defRPr sz="1950" b="1">
                <a:solidFill>
                  <a:srgbClr val="BA563E"/>
                </a:solidFill>
                <a:latin typeface="Malgun Gothic"/>
                <a:ea typeface="Malgun Gothic"/>
                <a:cs typeface="Malgun Gothic"/>
              </a:defRPr>
            </a:lvl6pPr>
            <a:lvl7pPr>
              <a:defRPr sz="1950" b="1">
                <a:solidFill>
                  <a:srgbClr val="BA563E"/>
                </a:solidFill>
                <a:latin typeface="Malgun Gothic"/>
                <a:ea typeface="Malgun Gothic"/>
                <a:cs typeface="Malgun Gothic"/>
              </a:defRPr>
            </a:lvl7pPr>
            <a:lvl8pPr>
              <a:defRPr sz="1950" b="1">
                <a:solidFill>
                  <a:srgbClr val="BA563E"/>
                </a:solidFill>
                <a:latin typeface="Malgun Gothic"/>
                <a:ea typeface="Malgun Gothic"/>
                <a:cs typeface="Malgun Gothic"/>
              </a:defRPr>
            </a:lvl8pPr>
            <a:lvl9pPr>
              <a:defRPr sz="1950" b="1">
                <a:solidFill>
                  <a:srgbClr val="BA563E"/>
                </a:solidFill>
                <a:latin typeface="Malgun Gothic"/>
                <a:ea typeface="Malgun Gothic"/>
                <a:cs typeface="Malgun Gothic"/>
              </a:defRPr>
            </a:lvl9pPr>
          </a:lstStyle>
          <a:p xmlns:a="http://schemas.openxmlformats.org/drawingml/2006/main">
            <a:pPr>
              <a:defRPr sz="1950" b="1">
                <a:solidFill>
                  <a:srgbClr val="BA563E"/>
                </a:solidFill>
                <a:latin typeface="Malgun Gothic"/>
                <a:ea typeface="Malgun Gothic"/>
                <a:cs typeface="Malgun Gothic"/>
              </a:defRPr>
            </a:pPr>
            <a:r>
              <a:rPr sz="1950" b="1">
                <a:solidFill>
                  <a:srgbClr val="BA563E"/>
                </a:solidFill>
                <a:latin typeface="Malgun Gothic"/>
                <a:ea typeface="Malgun Gothic"/>
                <a:cs typeface="Malgun Gothic"/>
              </a:rPr>
              <a:t>전투, 식량 생산, 물자 확보처럼 다양한 참여 방식을 검토</a:t>
            </a:r>
          </a:p>
        </p:txBody>
      </p:sp>
    </p:spTree>
    <p:extLst>
      <p:ext uri="{BB962C8B-B14F-4D97-AF65-F5344CB8AC3E}">
        <p14:creationId xmlns:p14="http://schemas.microsoft.com/office/powerpoint/2010/main" val="2133018742"/>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04D6B7CD-EA98-47F0-A1EE-FDE4F9DF3CB2}"/>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긴 역사 여정을 나누는 장 구성</a:t>
            </a:r>
          </a:p>
        </p:txBody>
      </p:sp>
      <p:sp>
        <p:nvSpPr>
          <p:cNvPr id="2" name="subtitle">
            <a:extLst xmlns:a="http://schemas.openxmlformats.org/drawingml/2006/main">
              <a:ext uri="{FF2B5EF4-FFF2-40B4-BE49-F238E27FC236}">
                <a16:creationId xmlns:a16="http://schemas.microsoft.com/office/drawing/2014/main" id="{A2A5430F-96A0-4A70-8FF4-30572016AB0E}"/>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선사시대부터 근현대까지 이어지는 초기 목표 규모</a:t>
            </a:r>
          </a:p>
        </p:txBody>
      </p:sp>
      <p:sp>
        <p:nvSpPr>
          <p:cNvPr id="3" name="footer-rule">
            <a:extLst xmlns:a="http://schemas.openxmlformats.org/drawingml/2006/main">
              <a:ext uri="{FF2B5EF4-FFF2-40B4-BE49-F238E27FC236}">
                <a16:creationId xmlns:a16="http://schemas.microsoft.com/office/drawing/2014/main" id="{7EDD8E50-8C05-4B6E-AF67-87682366F247}"/>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E5AA0060-BF1C-499F-B60E-4132A0AC06BE}"/>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1A40113F-CF2B-4C8D-BFF6-869B4957137C}"/>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06</a:t>
            </a:r>
          </a:p>
        </p:txBody>
      </p:sp>
      <p:sp>
        <p:nvSpPr>
          <p:cNvPr id="6" name="period-0">
            <a:extLst xmlns:a="http://schemas.openxmlformats.org/drawingml/2006/main">
              <a:ext uri="{FF2B5EF4-FFF2-40B4-BE49-F238E27FC236}">
                <a16:creationId xmlns:a16="http://schemas.microsoft.com/office/drawing/2014/main" id="{7CE0C016-C4E0-4942-AC33-7C4CB2BF0BCD}"/>
              </a:ext>
            </a:extLst>
          </p:cNvPr>
          <p:cNvSpPr>
            <a:spLocks xmlns:a="http://schemas.openxmlformats.org/drawingml/2006/main" noGrp="1"/>
          </p:cNvSpPr>
          <p:nvPr/>
        </p:nvSpPr>
        <p:spPr>
          <a:xfrm xmlns:a="http://schemas.openxmlformats.org/drawingml/2006/main">
            <a:off x="685800" y="2133600"/>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BA563E"/>
                </a:solidFill>
                <a:latin typeface="Malgun Gothic"/>
                <a:ea typeface="Malgun Gothic"/>
                <a:cs typeface="Malgun Gothic"/>
              </a:defRPr>
            </a:defPPr>
            <a:lvl1pPr>
              <a:defRPr sz="1875" b="1">
                <a:solidFill>
                  <a:srgbClr val="BA563E"/>
                </a:solidFill>
                <a:latin typeface="Malgun Gothic"/>
                <a:ea typeface="Malgun Gothic"/>
                <a:cs typeface="Malgun Gothic"/>
              </a:defRPr>
            </a:lvl1pPr>
            <a:lvl2pPr>
              <a:defRPr sz="1875" b="1">
                <a:solidFill>
                  <a:srgbClr val="BA563E"/>
                </a:solidFill>
                <a:latin typeface="Malgun Gothic"/>
                <a:ea typeface="Malgun Gothic"/>
                <a:cs typeface="Malgun Gothic"/>
              </a:defRPr>
            </a:lvl2pPr>
            <a:lvl3pPr>
              <a:defRPr sz="1875" b="1">
                <a:solidFill>
                  <a:srgbClr val="BA563E"/>
                </a:solidFill>
                <a:latin typeface="Malgun Gothic"/>
                <a:ea typeface="Malgun Gothic"/>
                <a:cs typeface="Malgun Gothic"/>
              </a:defRPr>
            </a:lvl3pPr>
            <a:lvl4pPr>
              <a:defRPr sz="1875" b="1">
                <a:solidFill>
                  <a:srgbClr val="BA563E"/>
                </a:solidFill>
                <a:latin typeface="Malgun Gothic"/>
                <a:ea typeface="Malgun Gothic"/>
                <a:cs typeface="Malgun Gothic"/>
              </a:defRPr>
            </a:lvl4pPr>
            <a:lvl5pPr>
              <a:defRPr sz="1875" b="1">
                <a:solidFill>
                  <a:srgbClr val="BA563E"/>
                </a:solidFill>
                <a:latin typeface="Malgun Gothic"/>
                <a:ea typeface="Malgun Gothic"/>
                <a:cs typeface="Malgun Gothic"/>
              </a:defRPr>
            </a:lvl5pPr>
            <a:lvl6pPr>
              <a:defRPr sz="1875" b="1">
                <a:solidFill>
                  <a:srgbClr val="BA563E"/>
                </a:solidFill>
                <a:latin typeface="Malgun Gothic"/>
                <a:ea typeface="Malgun Gothic"/>
                <a:cs typeface="Malgun Gothic"/>
              </a:defRPr>
            </a:lvl6pPr>
            <a:lvl7pPr>
              <a:defRPr sz="1875" b="1">
                <a:solidFill>
                  <a:srgbClr val="BA563E"/>
                </a:solidFill>
                <a:latin typeface="Malgun Gothic"/>
                <a:ea typeface="Malgun Gothic"/>
                <a:cs typeface="Malgun Gothic"/>
              </a:defRPr>
            </a:lvl7pPr>
            <a:lvl8pPr>
              <a:defRPr sz="1875" b="1">
                <a:solidFill>
                  <a:srgbClr val="BA563E"/>
                </a:solidFill>
                <a:latin typeface="Malgun Gothic"/>
                <a:ea typeface="Malgun Gothic"/>
                <a:cs typeface="Malgun Gothic"/>
              </a:defRPr>
            </a:lvl8pPr>
            <a:lvl9pPr>
              <a:defRPr sz="1875" b="1">
                <a:solidFill>
                  <a:srgbClr val="BA563E"/>
                </a:solidFill>
                <a:latin typeface="Malgun Gothic"/>
                <a:ea typeface="Malgun Gothic"/>
                <a:cs typeface="Malgun Gothic"/>
              </a:defRPr>
            </a:lvl9pPr>
          </a:lstStyle>
          <a:p xmlns:a="http://schemas.openxmlformats.org/drawingml/2006/main">
            <a:pPr>
              <a:defRPr sz="1875" b="1">
                <a:solidFill>
                  <a:srgbClr val="BA563E"/>
                </a:solidFill>
                <a:latin typeface="Malgun Gothic"/>
                <a:ea typeface="Malgun Gothic"/>
                <a:cs typeface="Malgun Gothic"/>
              </a:defRPr>
            </a:pPr>
            <a:r>
              <a:rPr sz="1875" b="1">
                <a:solidFill>
                  <a:srgbClr val="BA563E"/>
                </a:solidFill>
                <a:latin typeface="Malgun Gothic"/>
                <a:ea typeface="Malgun Gothic"/>
                <a:cs typeface="Malgun Gothic"/>
              </a:rPr>
              <a:t>1장</a:t>
            </a:r>
          </a:p>
        </p:txBody>
      </p:sp>
      <p:sp>
        <p:nvSpPr>
          <p:cNvPr id="7" name="era-0">
            <a:extLst xmlns:a="http://schemas.openxmlformats.org/drawingml/2006/main">
              <a:ext uri="{FF2B5EF4-FFF2-40B4-BE49-F238E27FC236}">
                <a16:creationId xmlns:a16="http://schemas.microsoft.com/office/drawing/2014/main" id="{CCB0078C-AC16-45E7-A10F-D17EF4B37C20}"/>
              </a:ext>
            </a:extLst>
          </p:cNvPr>
          <p:cNvSpPr>
            <a:spLocks xmlns:a="http://schemas.openxmlformats.org/drawingml/2006/main" noGrp="1"/>
          </p:cNvSpPr>
          <p:nvPr/>
        </p:nvSpPr>
        <p:spPr>
          <a:xfrm xmlns:a="http://schemas.openxmlformats.org/drawingml/2006/main">
            <a:off x="1943100" y="2124075"/>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22B38"/>
                </a:solidFill>
                <a:latin typeface="Malgun Gothic"/>
                <a:ea typeface="Malgun Gothic"/>
                <a:cs typeface="Malgun Gothic"/>
              </a:defRPr>
            </a:defPPr>
            <a:lvl1pPr>
              <a:defRPr sz="2325" b="1">
                <a:solidFill>
                  <a:srgbClr val="222B38"/>
                </a:solidFill>
                <a:latin typeface="Malgun Gothic"/>
                <a:ea typeface="Malgun Gothic"/>
                <a:cs typeface="Malgun Gothic"/>
              </a:defRPr>
            </a:lvl1pPr>
            <a:lvl2pPr>
              <a:defRPr sz="2325" b="1">
                <a:solidFill>
                  <a:srgbClr val="222B38"/>
                </a:solidFill>
                <a:latin typeface="Malgun Gothic"/>
                <a:ea typeface="Malgun Gothic"/>
                <a:cs typeface="Malgun Gothic"/>
              </a:defRPr>
            </a:lvl2pPr>
            <a:lvl3pPr>
              <a:defRPr sz="2325" b="1">
                <a:solidFill>
                  <a:srgbClr val="222B38"/>
                </a:solidFill>
                <a:latin typeface="Malgun Gothic"/>
                <a:ea typeface="Malgun Gothic"/>
                <a:cs typeface="Malgun Gothic"/>
              </a:defRPr>
            </a:lvl3pPr>
            <a:lvl4pPr>
              <a:defRPr sz="2325" b="1">
                <a:solidFill>
                  <a:srgbClr val="222B38"/>
                </a:solidFill>
                <a:latin typeface="Malgun Gothic"/>
                <a:ea typeface="Malgun Gothic"/>
                <a:cs typeface="Malgun Gothic"/>
              </a:defRPr>
            </a:lvl4pPr>
            <a:lvl5pPr>
              <a:defRPr sz="2325" b="1">
                <a:solidFill>
                  <a:srgbClr val="222B38"/>
                </a:solidFill>
                <a:latin typeface="Malgun Gothic"/>
                <a:ea typeface="Malgun Gothic"/>
                <a:cs typeface="Malgun Gothic"/>
              </a:defRPr>
            </a:lvl5pPr>
            <a:lvl6pPr>
              <a:defRPr sz="2325" b="1">
                <a:solidFill>
                  <a:srgbClr val="222B38"/>
                </a:solidFill>
                <a:latin typeface="Malgun Gothic"/>
                <a:ea typeface="Malgun Gothic"/>
                <a:cs typeface="Malgun Gothic"/>
              </a:defRPr>
            </a:lvl6pPr>
            <a:lvl7pPr>
              <a:defRPr sz="2325" b="1">
                <a:solidFill>
                  <a:srgbClr val="222B38"/>
                </a:solidFill>
                <a:latin typeface="Malgun Gothic"/>
                <a:ea typeface="Malgun Gothic"/>
                <a:cs typeface="Malgun Gothic"/>
              </a:defRPr>
            </a:lvl7pPr>
            <a:lvl8pPr>
              <a:defRPr sz="2325" b="1">
                <a:solidFill>
                  <a:srgbClr val="222B38"/>
                </a:solidFill>
                <a:latin typeface="Malgun Gothic"/>
                <a:ea typeface="Malgun Gothic"/>
                <a:cs typeface="Malgun Gothic"/>
              </a:defRPr>
            </a:lvl8pPr>
            <a:lvl9pPr>
              <a:defRPr sz="2325" b="1">
                <a:solidFill>
                  <a:srgbClr val="222B38"/>
                </a:solidFill>
                <a:latin typeface="Malgun Gothic"/>
                <a:ea typeface="Malgun Gothic"/>
                <a:cs typeface="Malgun Gothic"/>
              </a:defRPr>
            </a:lvl9pPr>
          </a:lstStyle>
          <a:p xmlns:a="http://schemas.openxmlformats.org/drawingml/2006/main">
            <a:pPr>
              <a:defRPr sz="2325" b="1">
                <a:solidFill>
                  <a:srgbClr val="222B38"/>
                </a:solidFill>
                <a:latin typeface="Malgun Gothic"/>
                <a:ea typeface="Malgun Gothic"/>
                <a:cs typeface="Malgun Gothic"/>
              </a:defRPr>
            </a:pPr>
            <a:r>
              <a:rPr sz="2325" b="1">
                <a:solidFill>
                  <a:srgbClr val="222B38"/>
                </a:solidFill>
                <a:latin typeface="Malgun Gothic"/>
                <a:ea typeface="Malgun Gothic"/>
                <a:cs typeface="Malgun Gothic"/>
              </a:rPr>
              <a:t>선사시대</a:t>
            </a:r>
          </a:p>
        </p:txBody>
      </p:sp>
      <p:sp>
        <p:nvSpPr>
          <p:cNvPr id="8" name="role-0">
            <a:extLst xmlns:a="http://schemas.openxmlformats.org/drawingml/2006/main">
              <a:ext uri="{FF2B5EF4-FFF2-40B4-BE49-F238E27FC236}">
                <a16:creationId xmlns:a16="http://schemas.microsoft.com/office/drawing/2014/main" id="{2E32C1D5-0369-46CD-A66E-4E2E35803521}"/>
              </a:ext>
            </a:extLst>
          </p:cNvPr>
          <p:cNvSpPr>
            <a:spLocks xmlns:a="http://schemas.openxmlformats.org/drawingml/2006/main" noGrp="1"/>
          </p:cNvSpPr>
          <p:nvPr/>
        </p:nvSpPr>
        <p:spPr>
          <a:xfrm xmlns:a="http://schemas.openxmlformats.org/drawingml/2006/main">
            <a:off x="6229350" y="2152650"/>
            <a:ext cx="527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지역 선택, 생존과 기본 성장</a:t>
            </a:r>
          </a:p>
        </p:txBody>
      </p:sp>
      <p:sp>
        <p:nvSpPr>
          <p:cNvPr id="9" name="row-rule-0">
            <a:extLst xmlns:a="http://schemas.openxmlformats.org/drawingml/2006/main">
              <a:ext uri="{FF2B5EF4-FFF2-40B4-BE49-F238E27FC236}">
                <a16:creationId xmlns:a16="http://schemas.microsoft.com/office/drawing/2014/main" id="{95432E58-7BD3-477A-A46C-0F18C54C906A}"/>
              </a:ext>
            </a:extLst>
          </p:cNvPr>
          <p:cNvSpPr>
            <a:spLocks xmlns:a="http://schemas.openxmlformats.org/drawingml/2006/main" noGrp="1"/>
          </p:cNvSpPr>
          <p:nvPr/>
        </p:nvSpPr>
        <p:spPr>
          <a:xfrm xmlns:a="http://schemas.openxmlformats.org/drawingml/2006/main">
            <a:off x="685800" y="27336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10" name="period-1">
            <a:extLst xmlns:a="http://schemas.openxmlformats.org/drawingml/2006/main">
              <a:ext uri="{FF2B5EF4-FFF2-40B4-BE49-F238E27FC236}">
                <a16:creationId xmlns:a16="http://schemas.microsoft.com/office/drawing/2014/main" id="{F64CAE5E-4554-4028-95C2-93F81AF63619}"/>
              </a:ext>
            </a:extLst>
          </p:cNvPr>
          <p:cNvSpPr>
            <a:spLocks xmlns:a="http://schemas.openxmlformats.org/drawingml/2006/main" noGrp="1"/>
          </p:cNvSpPr>
          <p:nvPr/>
        </p:nvSpPr>
        <p:spPr>
          <a:xfrm xmlns:a="http://schemas.openxmlformats.org/drawingml/2006/main">
            <a:off x="685800" y="294322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BA563E"/>
                </a:solidFill>
                <a:latin typeface="Malgun Gothic"/>
                <a:ea typeface="Malgun Gothic"/>
                <a:cs typeface="Malgun Gothic"/>
              </a:defRPr>
            </a:defPPr>
            <a:lvl1pPr>
              <a:defRPr sz="1875" b="1">
                <a:solidFill>
                  <a:srgbClr val="BA563E"/>
                </a:solidFill>
                <a:latin typeface="Malgun Gothic"/>
                <a:ea typeface="Malgun Gothic"/>
                <a:cs typeface="Malgun Gothic"/>
              </a:defRPr>
            </a:lvl1pPr>
            <a:lvl2pPr>
              <a:defRPr sz="1875" b="1">
                <a:solidFill>
                  <a:srgbClr val="BA563E"/>
                </a:solidFill>
                <a:latin typeface="Malgun Gothic"/>
                <a:ea typeface="Malgun Gothic"/>
                <a:cs typeface="Malgun Gothic"/>
              </a:defRPr>
            </a:lvl2pPr>
            <a:lvl3pPr>
              <a:defRPr sz="1875" b="1">
                <a:solidFill>
                  <a:srgbClr val="BA563E"/>
                </a:solidFill>
                <a:latin typeface="Malgun Gothic"/>
                <a:ea typeface="Malgun Gothic"/>
                <a:cs typeface="Malgun Gothic"/>
              </a:defRPr>
            </a:lvl3pPr>
            <a:lvl4pPr>
              <a:defRPr sz="1875" b="1">
                <a:solidFill>
                  <a:srgbClr val="BA563E"/>
                </a:solidFill>
                <a:latin typeface="Malgun Gothic"/>
                <a:ea typeface="Malgun Gothic"/>
                <a:cs typeface="Malgun Gothic"/>
              </a:defRPr>
            </a:lvl4pPr>
            <a:lvl5pPr>
              <a:defRPr sz="1875" b="1">
                <a:solidFill>
                  <a:srgbClr val="BA563E"/>
                </a:solidFill>
                <a:latin typeface="Malgun Gothic"/>
                <a:ea typeface="Malgun Gothic"/>
                <a:cs typeface="Malgun Gothic"/>
              </a:defRPr>
            </a:lvl5pPr>
            <a:lvl6pPr>
              <a:defRPr sz="1875" b="1">
                <a:solidFill>
                  <a:srgbClr val="BA563E"/>
                </a:solidFill>
                <a:latin typeface="Malgun Gothic"/>
                <a:ea typeface="Malgun Gothic"/>
                <a:cs typeface="Malgun Gothic"/>
              </a:defRPr>
            </a:lvl6pPr>
            <a:lvl7pPr>
              <a:defRPr sz="1875" b="1">
                <a:solidFill>
                  <a:srgbClr val="BA563E"/>
                </a:solidFill>
                <a:latin typeface="Malgun Gothic"/>
                <a:ea typeface="Malgun Gothic"/>
                <a:cs typeface="Malgun Gothic"/>
              </a:defRPr>
            </a:lvl7pPr>
            <a:lvl8pPr>
              <a:defRPr sz="1875" b="1">
                <a:solidFill>
                  <a:srgbClr val="BA563E"/>
                </a:solidFill>
                <a:latin typeface="Malgun Gothic"/>
                <a:ea typeface="Malgun Gothic"/>
                <a:cs typeface="Malgun Gothic"/>
              </a:defRPr>
            </a:lvl8pPr>
            <a:lvl9pPr>
              <a:defRPr sz="1875" b="1">
                <a:solidFill>
                  <a:srgbClr val="BA563E"/>
                </a:solidFill>
                <a:latin typeface="Malgun Gothic"/>
                <a:ea typeface="Malgun Gothic"/>
                <a:cs typeface="Malgun Gothic"/>
              </a:defRPr>
            </a:lvl9pPr>
          </a:lstStyle>
          <a:p xmlns:a="http://schemas.openxmlformats.org/drawingml/2006/main">
            <a:pPr>
              <a:defRPr sz="1875" b="1">
                <a:solidFill>
                  <a:srgbClr val="BA563E"/>
                </a:solidFill>
                <a:latin typeface="Malgun Gothic"/>
                <a:ea typeface="Malgun Gothic"/>
                <a:cs typeface="Malgun Gothic"/>
              </a:defRPr>
            </a:pPr>
            <a:r>
              <a:rPr sz="1875" b="1">
                <a:solidFill>
                  <a:srgbClr val="BA563E"/>
                </a:solidFill>
                <a:latin typeface="Malgun Gothic"/>
                <a:ea typeface="Malgun Gothic"/>
                <a:cs typeface="Malgun Gothic"/>
              </a:rPr>
              <a:t>이후</a:t>
            </a:r>
          </a:p>
        </p:txBody>
      </p:sp>
      <p:sp>
        <p:nvSpPr>
          <p:cNvPr id="11" name="era-1">
            <a:extLst xmlns:a="http://schemas.openxmlformats.org/drawingml/2006/main">
              <a:ext uri="{FF2B5EF4-FFF2-40B4-BE49-F238E27FC236}">
                <a16:creationId xmlns:a16="http://schemas.microsoft.com/office/drawing/2014/main" id="{2305B63D-C1BE-48A3-8B48-0D54CD7ECF58}"/>
              </a:ext>
            </a:extLst>
          </p:cNvPr>
          <p:cNvSpPr>
            <a:spLocks xmlns:a="http://schemas.openxmlformats.org/drawingml/2006/main" noGrp="1"/>
          </p:cNvSpPr>
          <p:nvPr/>
        </p:nvSpPr>
        <p:spPr>
          <a:xfrm xmlns:a="http://schemas.openxmlformats.org/drawingml/2006/main">
            <a:off x="1943100" y="293370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22B38"/>
                </a:solidFill>
                <a:latin typeface="Malgun Gothic"/>
                <a:ea typeface="Malgun Gothic"/>
                <a:cs typeface="Malgun Gothic"/>
              </a:defRPr>
            </a:defPPr>
            <a:lvl1pPr>
              <a:defRPr sz="2325" b="1">
                <a:solidFill>
                  <a:srgbClr val="222B38"/>
                </a:solidFill>
                <a:latin typeface="Malgun Gothic"/>
                <a:ea typeface="Malgun Gothic"/>
                <a:cs typeface="Malgun Gothic"/>
              </a:defRPr>
            </a:lvl1pPr>
            <a:lvl2pPr>
              <a:defRPr sz="2325" b="1">
                <a:solidFill>
                  <a:srgbClr val="222B38"/>
                </a:solidFill>
                <a:latin typeface="Malgun Gothic"/>
                <a:ea typeface="Malgun Gothic"/>
                <a:cs typeface="Malgun Gothic"/>
              </a:defRPr>
            </a:lvl2pPr>
            <a:lvl3pPr>
              <a:defRPr sz="2325" b="1">
                <a:solidFill>
                  <a:srgbClr val="222B38"/>
                </a:solidFill>
                <a:latin typeface="Malgun Gothic"/>
                <a:ea typeface="Malgun Gothic"/>
                <a:cs typeface="Malgun Gothic"/>
              </a:defRPr>
            </a:lvl3pPr>
            <a:lvl4pPr>
              <a:defRPr sz="2325" b="1">
                <a:solidFill>
                  <a:srgbClr val="222B38"/>
                </a:solidFill>
                <a:latin typeface="Malgun Gothic"/>
                <a:ea typeface="Malgun Gothic"/>
                <a:cs typeface="Malgun Gothic"/>
              </a:defRPr>
            </a:lvl4pPr>
            <a:lvl5pPr>
              <a:defRPr sz="2325" b="1">
                <a:solidFill>
                  <a:srgbClr val="222B38"/>
                </a:solidFill>
                <a:latin typeface="Malgun Gothic"/>
                <a:ea typeface="Malgun Gothic"/>
                <a:cs typeface="Malgun Gothic"/>
              </a:defRPr>
            </a:lvl5pPr>
            <a:lvl6pPr>
              <a:defRPr sz="2325" b="1">
                <a:solidFill>
                  <a:srgbClr val="222B38"/>
                </a:solidFill>
                <a:latin typeface="Malgun Gothic"/>
                <a:ea typeface="Malgun Gothic"/>
                <a:cs typeface="Malgun Gothic"/>
              </a:defRPr>
            </a:lvl6pPr>
            <a:lvl7pPr>
              <a:defRPr sz="2325" b="1">
                <a:solidFill>
                  <a:srgbClr val="222B38"/>
                </a:solidFill>
                <a:latin typeface="Malgun Gothic"/>
                <a:ea typeface="Malgun Gothic"/>
                <a:cs typeface="Malgun Gothic"/>
              </a:defRPr>
            </a:lvl7pPr>
            <a:lvl8pPr>
              <a:defRPr sz="2325" b="1">
                <a:solidFill>
                  <a:srgbClr val="222B38"/>
                </a:solidFill>
                <a:latin typeface="Malgun Gothic"/>
                <a:ea typeface="Malgun Gothic"/>
                <a:cs typeface="Malgun Gothic"/>
              </a:defRPr>
            </a:lvl8pPr>
            <a:lvl9pPr>
              <a:defRPr sz="2325" b="1">
                <a:solidFill>
                  <a:srgbClr val="222B38"/>
                </a:solidFill>
                <a:latin typeface="Malgun Gothic"/>
                <a:ea typeface="Malgun Gothic"/>
                <a:cs typeface="Malgun Gothic"/>
              </a:defRPr>
            </a:lvl9pPr>
          </a:lstStyle>
          <a:p xmlns:a="http://schemas.openxmlformats.org/drawingml/2006/main">
            <a:pPr>
              <a:defRPr sz="2325" b="1">
                <a:solidFill>
                  <a:srgbClr val="222B38"/>
                </a:solidFill>
                <a:latin typeface="Malgun Gothic"/>
                <a:ea typeface="Malgun Gothic"/>
                <a:cs typeface="Malgun Gothic"/>
              </a:defRPr>
            </a:pPr>
            <a:r>
              <a:rPr sz="2325" b="1">
                <a:solidFill>
                  <a:srgbClr val="222B38"/>
                </a:solidFill>
                <a:latin typeface="Malgun Gothic"/>
                <a:ea typeface="Malgun Gothic"/>
                <a:cs typeface="Malgun Gothic"/>
              </a:rPr>
              <a:t>국가 형성과 고대</a:t>
            </a:r>
          </a:p>
        </p:txBody>
      </p:sp>
      <p:sp>
        <p:nvSpPr>
          <p:cNvPr id="12" name="role-1">
            <a:extLst xmlns:a="http://schemas.openxmlformats.org/drawingml/2006/main">
              <a:ext uri="{FF2B5EF4-FFF2-40B4-BE49-F238E27FC236}">
                <a16:creationId xmlns:a16="http://schemas.microsoft.com/office/drawing/2014/main" id="{7C74F8E9-BE8C-4516-B6CC-E065A71EE460}"/>
              </a:ext>
            </a:extLst>
          </p:cNvPr>
          <p:cNvSpPr>
            <a:spLocks xmlns:a="http://schemas.openxmlformats.org/drawingml/2006/main" noGrp="1"/>
          </p:cNvSpPr>
          <p:nvPr/>
        </p:nvSpPr>
        <p:spPr>
          <a:xfrm xmlns:a="http://schemas.openxmlformats.org/drawingml/2006/main">
            <a:off x="6229350" y="2962275"/>
            <a:ext cx="527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인물과 사건 속에서 활동 범위 확장</a:t>
            </a:r>
          </a:p>
        </p:txBody>
      </p:sp>
      <p:sp>
        <p:nvSpPr>
          <p:cNvPr id="13" name="row-rule-1">
            <a:extLst xmlns:a="http://schemas.openxmlformats.org/drawingml/2006/main">
              <a:ext uri="{FF2B5EF4-FFF2-40B4-BE49-F238E27FC236}">
                <a16:creationId xmlns:a16="http://schemas.microsoft.com/office/drawing/2014/main" id="{B0F469C6-FD96-4A1C-AE11-4ADC31016DC9}"/>
              </a:ext>
            </a:extLst>
          </p:cNvPr>
          <p:cNvSpPr>
            <a:spLocks xmlns:a="http://schemas.openxmlformats.org/drawingml/2006/main" noGrp="1"/>
          </p:cNvSpPr>
          <p:nvPr/>
        </p:nvSpPr>
        <p:spPr>
          <a:xfrm xmlns:a="http://schemas.openxmlformats.org/drawingml/2006/main">
            <a:off x="685800" y="3543300"/>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14" name="period-2">
            <a:extLst xmlns:a="http://schemas.openxmlformats.org/drawingml/2006/main">
              <a:ext uri="{FF2B5EF4-FFF2-40B4-BE49-F238E27FC236}">
                <a16:creationId xmlns:a16="http://schemas.microsoft.com/office/drawing/2014/main" id="{4C2D2D7B-F714-4BE5-ABEB-D4F23760C9D4}"/>
              </a:ext>
            </a:extLst>
          </p:cNvPr>
          <p:cNvSpPr>
            <a:spLocks xmlns:a="http://schemas.openxmlformats.org/drawingml/2006/main" noGrp="1"/>
          </p:cNvSpPr>
          <p:nvPr/>
        </p:nvSpPr>
        <p:spPr>
          <a:xfrm xmlns:a="http://schemas.openxmlformats.org/drawingml/2006/main">
            <a:off x="685800" y="3752850"/>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BA563E"/>
                </a:solidFill>
                <a:latin typeface="Malgun Gothic"/>
                <a:ea typeface="Malgun Gothic"/>
                <a:cs typeface="Malgun Gothic"/>
              </a:defRPr>
            </a:defPPr>
            <a:lvl1pPr>
              <a:defRPr sz="1875" b="1">
                <a:solidFill>
                  <a:srgbClr val="BA563E"/>
                </a:solidFill>
                <a:latin typeface="Malgun Gothic"/>
                <a:ea typeface="Malgun Gothic"/>
                <a:cs typeface="Malgun Gothic"/>
              </a:defRPr>
            </a:lvl1pPr>
            <a:lvl2pPr>
              <a:defRPr sz="1875" b="1">
                <a:solidFill>
                  <a:srgbClr val="BA563E"/>
                </a:solidFill>
                <a:latin typeface="Malgun Gothic"/>
                <a:ea typeface="Malgun Gothic"/>
                <a:cs typeface="Malgun Gothic"/>
              </a:defRPr>
            </a:lvl2pPr>
            <a:lvl3pPr>
              <a:defRPr sz="1875" b="1">
                <a:solidFill>
                  <a:srgbClr val="BA563E"/>
                </a:solidFill>
                <a:latin typeface="Malgun Gothic"/>
                <a:ea typeface="Malgun Gothic"/>
                <a:cs typeface="Malgun Gothic"/>
              </a:defRPr>
            </a:lvl3pPr>
            <a:lvl4pPr>
              <a:defRPr sz="1875" b="1">
                <a:solidFill>
                  <a:srgbClr val="BA563E"/>
                </a:solidFill>
                <a:latin typeface="Malgun Gothic"/>
                <a:ea typeface="Malgun Gothic"/>
                <a:cs typeface="Malgun Gothic"/>
              </a:defRPr>
            </a:lvl4pPr>
            <a:lvl5pPr>
              <a:defRPr sz="1875" b="1">
                <a:solidFill>
                  <a:srgbClr val="BA563E"/>
                </a:solidFill>
                <a:latin typeface="Malgun Gothic"/>
                <a:ea typeface="Malgun Gothic"/>
                <a:cs typeface="Malgun Gothic"/>
              </a:defRPr>
            </a:lvl5pPr>
            <a:lvl6pPr>
              <a:defRPr sz="1875" b="1">
                <a:solidFill>
                  <a:srgbClr val="BA563E"/>
                </a:solidFill>
                <a:latin typeface="Malgun Gothic"/>
                <a:ea typeface="Malgun Gothic"/>
                <a:cs typeface="Malgun Gothic"/>
              </a:defRPr>
            </a:lvl6pPr>
            <a:lvl7pPr>
              <a:defRPr sz="1875" b="1">
                <a:solidFill>
                  <a:srgbClr val="BA563E"/>
                </a:solidFill>
                <a:latin typeface="Malgun Gothic"/>
                <a:ea typeface="Malgun Gothic"/>
                <a:cs typeface="Malgun Gothic"/>
              </a:defRPr>
            </a:lvl7pPr>
            <a:lvl8pPr>
              <a:defRPr sz="1875" b="1">
                <a:solidFill>
                  <a:srgbClr val="BA563E"/>
                </a:solidFill>
                <a:latin typeface="Malgun Gothic"/>
                <a:ea typeface="Malgun Gothic"/>
                <a:cs typeface="Malgun Gothic"/>
              </a:defRPr>
            </a:lvl8pPr>
            <a:lvl9pPr>
              <a:defRPr sz="1875" b="1">
                <a:solidFill>
                  <a:srgbClr val="BA563E"/>
                </a:solidFill>
                <a:latin typeface="Malgun Gothic"/>
                <a:ea typeface="Malgun Gothic"/>
                <a:cs typeface="Malgun Gothic"/>
              </a:defRPr>
            </a:lvl9pPr>
          </a:lstStyle>
          <a:p xmlns:a="http://schemas.openxmlformats.org/drawingml/2006/main">
            <a:pPr>
              <a:defRPr sz="1875" b="1">
                <a:solidFill>
                  <a:srgbClr val="BA563E"/>
                </a:solidFill>
                <a:latin typeface="Malgun Gothic"/>
                <a:ea typeface="Malgun Gothic"/>
                <a:cs typeface="Malgun Gothic"/>
              </a:defRPr>
            </a:pPr>
            <a:r>
              <a:rPr sz="1875" b="1">
                <a:solidFill>
                  <a:srgbClr val="BA563E"/>
                </a:solidFill>
                <a:latin typeface="Malgun Gothic"/>
                <a:ea typeface="Malgun Gothic"/>
                <a:cs typeface="Malgun Gothic"/>
              </a:rPr>
              <a:t>이후</a:t>
            </a:r>
          </a:p>
        </p:txBody>
      </p:sp>
      <p:sp>
        <p:nvSpPr>
          <p:cNvPr id="15" name="era-2">
            <a:extLst xmlns:a="http://schemas.openxmlformats.org/drawingml/2006/main">
              <a:ext uri="{FF2B5EF4-FFF2-40B4-BE49-F238E27FC236}">
                <a16:creationId xmlns:a16="http://schemas.microsoft.com/office/drawing/2014/main" id="{DCC88969-B3B0-4DE7-B49E-4F2A59D794BC}"/>
              </a:ext>
            </a:extLst>
          </p:cNvPr>
          <p:cNvSpPr>
            <a:spLocks xmlns:a="http://schemas.openxmlformats.org/drawingml/2006/main" noGrp="1"/>
          </p:cNvSpPr>
          <p:nvPr/>
        </p:nvSpPr>
        <p:spPr>
          <a:xfrm xmlns:a="http://schemas.openxmlformats.org/drawingml/2006/main">
            <a:off x="1943100" y="3743325"/>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22B38"/>
                </a:solidFill>
                <a:latin typeface="Malgun Gothic"/>
                <a:ea typeface="Malgun Gothic"/>
                <a:cs typeface="Malgun Gothic"/>
              </a:defRPr>
            </a:defPPr>
            <a:lvl1pPr>
              <a:defRPr sz="2325" b="1">
                <a:solidFill>
                  <a:srgbClr val="222B38"/>
                </a:solidFill>
                <a:latin typeface="Malgun Gothic"/>
                <a:ea typeface="Malgun Gothic"/>
                <a:cs typeface="Malgun Gothic"/>
              </a:defRPr>
            </a:lvl1pPr>
            <a:lvl2pPr>
              <a:defRPr sz="2325" b="1">
                <a:solidFill>
                  <a:srgbClr val="222B38"/>
                </a:solidFill>
                <a:latin typeface="Malgun Gothic"/>
                <a:ea typeface="Malgun Gothic"/>
                <a:cs typeface="Malgun Gothic"/>
              </a:defRPr>
            </a:lvl2pPr>
            <a:lvl3pPr>
              <a:defRPr sz="2325" b="1">
                <a:solidFill>
                  <a:srgbClr val="222B38"/>
                </a:solidFill>
                <a:latin typeface="Malgun Gothic"/>
                <a:ea typeface="Malgun Gothic"/>
                <a:cs typeface="Malgun Gothic"/>
              </a:defRPr>
            </a:lvl3pPr>
            <a:lvl4pPr>
              <a:defRPr sz="2325" b="1">
                <a:solidFill>
                  <a:srgbClr val="222B38"/>
                </a:solidFill>
                <a:latin typeface="Malgun Gothic"/>
                <a:ea typeface="Malgun Gothic"/>
                <a:cs typeface="Malgun Gothic"/>
              </a:defRPr>
            </a:lvl4pPr>
            <a:lvl5pPr>
              <a:defRPr sz="2325" b="1">
                <a:solidFill>
                  <a:srgbClr val="222B38"/>
                </a:solidFill>
                <a:latin typeface="Malgun Gothic"/>
                <a:ea typeface="Malgun Gothic"/>
                <a:cs typeface="Malgun Gothic"/>
              </a:defRPr>
            </a:lvl5pPr>
            <a:lvl6pPr>
              <a:defRPr sz="2325" b="1">
                <a:solidFill>
                  <a:srgbClr val="222B38"/>
                </a:solidFill>
                <a:latin typeface="Malgun Gothic"/>
                <a:ea typeface="Malgun Gothic"/>
                <a:cs typeface="Malgun Gothic"/>
              </a:defRPr>
            </a:lvl6pPr>
            <a:lvl7pPr>
              <a:defRPr sz="2325" b="1">
                <a:solidFill>
                  <a:srgbClr val="222B38"/>
                </a:solidFill>
                <a:latin typeface="Malgun Gothic"/>
                <a:ea typeface="Malgun Gothic"/>
                <a:cs typeface="Malgun Gothic"/>
              </a:defRPr>
            </a:lvl7pPr>
            <a:lvl8pPr>
              <a:defRPr sz="2325" b="1">
                <a:solidFill>
                  <a:srgbClr val="222B38"/>
                </a:solidFill>
                <a:latin typeface="Malgun Gothic"/>
                <a:ea typeface="Malgun Gothic"/>
                <a:cs typeface="Malgun Gothic"/>
              </a:defRPr>
            </a:lvl8pPr>
            <a:lvl9pPr>
              <a:defRPr sz="2325" b="1">
                <a:solidFill>
                  <a:srgbClr val="222B38"/>
                </a:solidFill>
                <a:latin typeface="Malgun Gothic"/>
                <a:ea typeface="Malgun Gothic"/>
                <a:cs typeface="Malgun Gothic"/>
              </a:defRPr>
            </a:lvl9pPr>
          </a:lstStyle>
          <a:p xmlns:a="http://schemas.openxmlformats.org/drawingml/2006/main">
            <a:pPr>
              <a:defRPr sz="2325" b="1">
                <a:solidFill>
                  <a:srgbClr val="222B38"/>
                </a:solidFill>
                <a:latin typeface="Malgun Gothic"/>
                <a:ea typeface="Malgun Gothic"/>
                <a:cs typeface="Malgun Gothic"/>
              </a:defRPr>
            </a:pPr>
            <a:r>
              <a:rPr sz="2325" b="1">
                <a:solidFill>
                  <a:srgbClr val="222B38"/>
                </a:solidFill>
                <a:latin typeface="Malgun Gothic"/>
                <a:ea typeface="Malgun Gothic"/>
                <a:cs typeface="Malgun Gothic"/>
              </a:rPr>
              <a:t>중세와 근세</a:t>
            </a:r>
          </a:p>
        </p:txBody>
      </p:sp>
      <p:sp>
        <p:nvSpPr>
          <p:cNvPr id="16" name="role-2">
            <a:extLst xmlns:a="http://schemas.openxmlformats.org/drawingml/2006/main">
              <a:ext uri="{FF2B5EF4-FFF2-40B4-BE49-F238E27FC236}">
                <a16:creationId xmlns:a16="http://schemas.microsoft.com/office/drawing/2014/main" id="{7E3E5B99-CA91-497B-8334-BD34425BD3E0}"/>
              </a:ext>
            </a:extLst>
          </p:cNvPr>
          <p:cNvSpPr>
            <a:spLocks xmlns:a="http://schemas.openxmlformats.org/drawingml/2006/main" noGrp="1"/>
          </p:cNvSpPr>
          <p:nvPr/>
        </p:nvSpPr>
        <p:spPr>
          <a:xfrm xmlns:a="http://schemas.openxmlformats.org/drawingml/2006/main">
            <a:off x="6229350" y="3771900"/>
            <a:ext cx="527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시대에 맞는 생활, 생산과 주요 사건</a:t>
            </a:r>
          </a:p>
        </p:txBody>
      </p:sp>
      <p:sp>
        <p:nvSpPr>
          <p:cNvPr id="17" name="row-rule-2">
            <a:extLst xmlns:a="http://schemas.openxmlformats.org/drawingml/2006/main">
              <a:ext uri="{FF2B5EF4-FFF2-40B4-BE49-F238E27FC236}">
                <a16:creationId xmlns:a16="http://schemas.microsoft.com/office/drawing/2014/main" id="{7D72ECA0-9645-4C90-AEF7-A5C422131E90}"/>
              </a:ext>
            </a:extLst>
          </p:cNvPr>
          <p:cNvSpPr>
            <a:spLocks xmlns:a="http://schemas.openxmlformats.org/drawingml/2006/main" noGrp="1"/>
          </p:cNvSpPr>
          <p:nvPr/>
        </p:nvSpPr>
        <p:spPr>
          <a:xfrm xmlns:a="http://schemas.openxmlformats.org/drawingml/2006/main">
            <a:off x="685800" y="435292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18" name="period-3">
            <a:extLst xmlns:a="http://schemas.openxmlformats.org/drawingml/2006/main">
              <a:ext uri="{FF2B5EF4-FFF2-40B4-BE49-F238E27FC236}">
                <a16:creationId xmlns:a16="http://schemas.microsoft.com/office/drawing/2014/main" id="{E9769059-5E83-46C0-955A-C212E100B9E3}"/>
              </a:ext>
            </a:extLst>
          </p:cNvPr>
          <p:cNvSpPr>
            <a:spLocks xmlns:a="http://schemas.openxmlformats.org/drawingml/2006/main" noGrp="1"/>
          </p:cNvSpPr>
          <p:nvPr/>
        </p:nvSpPr>
        <p:spPr>
          <a:xfrm xmlns:a="http://schemas.openxmlformats.org/drawingml/2006/main">
            <a:off x="685800" y="4562475"/>
            <a:ext cx="1066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1">
                <a:solidFill>
                  <a:srgbClr val="BA563E"/>
                </a:solidFill>
                <a:latin typeface="Malgun Gothic"/>
                <a:ea typeface="Malgun Gothic"/>
                <a:cs typeface="Malgun Gothic"/>
              </a:defRPr>
            </a:defPPr>
            <a:lvl1pPr>
              <a:defRPr sz="1875" b="1">
                <a:solidFill>
                  <a:srgbClr val="BA563E"/>
                </a:solidFill>
                <a:latin typeface="Malgun Gothic"/>
                <a:ea typeface="Malgun Gothic"/>
                <a:cs typeface="Malgun Gothic"/>
              </a:defRPr>
            </a:lvl1pPr>
            <a:lvl2pPr>
              <a:defRPr sz="1875" b="1">
                <a:solidFill>
                  <a:srgbClr val="BA563E"/>
                </a:solidFill>
                <a:latin typeface="Malgun Gothic"/>
                <a:ea typeface="Malgun Gothic"/>
                <a:cs typeface="Malgun Gothic"/>
              </a:defRPr>
            </a:lvl2pPr>
            <a:lvl3pPr>
              <a:defRPr sz="1875" b="1">
                <a:solidFill>
                  <a:srgbClr val="BA563E"/>
                </a:solidFill>
                <a:latin typeface="Malgun Gothic"/>
                <a:ea typeface="Malgun Gothic"/>
                <a:cs typeface="Malgun Gothic"/>
              </a:defRPr>
            </a:lvl3pPr>
            <a:lvl4pPr>
              <a:defRPr sz="1875" b="1">
                <a:solidFill>
                  <a:srgbClr val="BA563E"/>
                </a:solidFill>
                <a:latin typeface="Malgun Gothic"/>
                <a:ea typeface="Malgun Gothic"/>
                <a:cs typeface="Malgun Gothic"/>
              </a:defRPr>
            </a:lvl4pPr>
            <a:lvl5pPr>
              <a:defRPr sz="1875" b="1">
                <a:solidFill>
                  <a:srgbClr val="BA563E"/>
                </a:solidFill>
                <a:latin typeface="Malgun Gothic"/>
                <a:ea typeface="Malgun Gothic"/>
                <a:cs typeface="Malgun Gothic"/>
              </a:defRPr>
            </a:lvl5pPr>
            <a:lvl6pPr>
              <a:defRPr sz="1875" b="1">
                <a:solidFill>
                  <a:srgbClr val="BA563E"/>
                </a:solidFill>
                <a:latin typeface="Malgun Gothic"/>
                <a:ea typeface="Malgun Gothic"/>
                <a:cs typeface="Malgun Gothic"/>
              </a:defRPr>
            </a:lvl6pPr>
            <a:lvl7pPr>
              <a:defRPr sz="1875" b="1">
                <a:solidFill>
                  <a:srgbClr val="BA563E"/>
                </a:solidFill>
                <a:latin typeface="Malgun Gothic"/>
                <a:ea typeface="Malgun Gothic"/>
                <a:cs typeface="Malgun Gothic"/>
              </a:defRPr>
            </a:lvl7pPr>
            <a:lvl8pPr>
              <a:defRPr sz="1875" b="1">
                <a:solidFill>
                  <a:srgbClr val="BA563E"/>
                </a:solidFill>
                <a:latin typeface="Malgun Gothic"/>
                <a:ea typeface="Malgun Gothic"/>
                <a:cs typeface="Malgun Gothic"/>
              </a:defRPr>
            </a:lvl8pPr>
            <a:lvl9pPr>
              <a:defRPr sz="1875" b="1">
                <a:solidFill>
                  <a:srgbClr val="BA563E"/>
                </a:solidFill>
                <a:latin typeface="Malgun Gothic"/>
                <a:ea typeface="Malgun Gothic"/>
                <a:cs typeface="Malgun Gothic"/>
              </a:defRPr>
            </a:lvl9pPr>
          </a:lstStyle>
          <a:p xmlns:a="http://schemas.openxmlformats.org/drawingml/2006/main">
            <a:pPr>
              <a:defRPr sz="1875" b="1">
                <a:solidFill>
                  <a:srgbClr val="BA563E"/>
                </a:solidFill>
                <a:latin typeface="Malgun Gothic"/>
                <a:ea typeface="Malgun Gothic"/>
                <a:cs typeface="Malgun Gothic"/>
              </a:defRPr>
            </a:pPr>
            <a:r>
              <a:rPr sz="1875" b="1">
                <a:solidFill>
                  <a:srgbClr val="BA563E"/>
                </a:solidFill>
                <a:latin typeface="Malgun Gothic"/>
                <a:ea typeface="Malgun Gothic"/>
                <a:cs typeface="Malgun Gothic"/>
              </a:rPr>
              <a:t>목표</a:t>
            </a:r>
          </a:p>
        </p:txBody>
      </p:sp>
      <p:sp>
        <p:nvSpPr>
          <p:cNvPr id="19" name="era-3">
            <a:extLst xmlns:a="http://schemas.openxmlformats.org/drawingml/2006/main">
              <a:ext uri="{FF2B5EF4-FFF2-40B4-BE49-F238E27FC236}">
                <a16:creationId xmlns:a16="http://schemas.microsoft.com/office/drawing/2014/main" id="{57F3127D-BE8D-4C41-A053-371CFE96425A}"/>
              </a:ext>
            </a:extLst>
          </p:cNvPr>
          <p:cNvSpPr>
            <a:spLocks xmlns:a="http://schemas.openxmlformats.org/drawingml/2006/main" noGrp="1"/>
          </p:cNvSpPr>
          <p:nvPr/>
        </p:nvSpPr>
        <p:spPr>
          <a:xfrm xmlns:a="http://schemas.openxmlformats.org/drawingml/2006/main">
            <a:off x="1943100" y="45529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222B38"/>
                </a:solidFill>
                <a:latin typeface="Malgun Gothic"/>
                <a:ea typeface="Malgun Gothic"/>
                <a:cs typeface="Malgun Gothic"/>
              </a:defRPr>
            </a:defPPr>
            <a:lvl1pPr>
              <a:defRPr sz="2325" b="1">
                <a:solidFill>
                  <a:srgbClr val="222B38"/>
                </a:solidFill>
                <a:latin typeface="Malgun Gothic"/>
                <a:ea typeface="Malgun Gothic"/>
                <a:cs typeface="Malgun Gothic"/>
              </a:defRPr>
            </a:lvl1pPr>
            <a:lvl2pPr>
              <a:defRPr sz="2325" b="1">
                <a:solidFill>
                  <a:srgbClr val="222B38"/>
                </a:solidFill>
                <a:latin typeface="Malgun Gothic"/>
                <a:ea typeface="Malgun Gothic"/>
                <a:cs typeface="Malgun Gothic"/>
              </a:defRPr>
            </a:lvl2pPr>
            <a:lvl3pPr>
              <a:defRPr sz="2325" b="1">
                <a:solidFill>
                  <a:srgbClr val="222B38"/>
                </a:solidFill>
                <a:latin typeface="Malgun Gothic"/>
                <a:ea typeface="Malgun Gothic"/>
                <a:cs typeface="Malgun Gothic"/>
              </a:defRPr>
            </a:lvl3pPr>
            <a:lvl4pPr>
              <a:defRPr sz="2325" b="1">
                <a:solidFill>
                  <a:srgbClr val="222B38"/>
                </a:solidFill>
                <a:latin typeface="Malgun Gothic"/>
                <a:ea typeface="Malgun Gothic"/>
                <a:cs typeface="Malgun Gothic"/>
              </a:defRPr>
            </a:lvl4pPr>
            <a:lvl5pPr>
              <a:defRPr sz="2325" b="1">
                <a:solidFill>
                  <a:srgbClr val="222B38"/>
                </a:solidFill>
                <a:latin typeface="Malgun Gothic"/>
                <a:ea typeface="Malgun Gothic"/>
                <a:cs typeface="Malgun Gothic"/>
              </a:defRPr>
            </a:lvl5pPr>
            <a:lvl6pPr>
              <a:defRPr sz="2325" b="1">
                <a:solidFill>
                  <a:srgbClr val="222B38"/>
                </a:solidFill>
                <a:latin typeface="Malgun Gothic"/>
                <a:ea typeface="Malgun Gothic"/>
                <a:cs typeface="Malgun Gothic"/>
              </a:defRPr>
            </a:lvl6pPr>
            <a:lvl7pPr>
              <a:defRPr sz="2325" b="1">
                <a:solidFill>
                  <a:srgbClr val="222B38"/>
                </a:solidFill>
                <a:latin typeface="Malgun Gothic"/>
                <a:ea typeface="Malgun Gothic"/>
                <a:cs typeface="Malgun Gothic"/>
              </a:defRPr>
            </a:lvl7pPr>
            <a:lvl8pPr>
              <a:defRPr sz="2325" b="1">
                <a:solidFill>
                  <a:srgbClr val="222B38"/>
                </a:solidFill>
                <a:latin typeface="Malgun Gothic"/>
                <a:ea typeface="Malgun Gothic"/>
                <a:cs typeface="Malgun Gothic"/>
              </a:defRPr>
            </a:lvl8pPr>
            <a:lvl9pPr>
              <a:defRPr sz="2325" b="1">
                <a:solidFill>
                  <a:srgbClr val="222B38"/>
                </a:solidFill>
                <a:latin typeface="Malgun Gothic"/>
                <a:ea typeface="Malgun Gothic"/>
                <a:cs typeface="Malgun Gothic"/>
              </a:defRPr>
            </a:lvl9pPr>
          </a:lstStyle>
          <a:p xmlns:a="http://schemas.openxmlformats.org/drawingml/2006/main">
            <a:pPr>
              <a:defRPr sz="2325" b="1">
                <a:solidFill>
                  <a:srgbClr val="222B38"/>
                </a:solidFill>
                <a:latin typeface="Malgun Gothic"/>
                <a:ea typeface="Malgun Gothic"/>
                <a:cs typeface="Malgun Gothic"/>
              </a:defRPr>
            </a:pPr>
            <a:r>
              <a:rPr sz="2325" b="1">
                <a:solidFill>
                  <a:srgbClr val="222B38"/>
                </a:solidFill>
                <a:latin typeface="Malgun Gothic"/>
                <a:ea typeface="Malgun Gothic"/>
                <a:cs typeface="Malgun Gothic"/>
              </a:rPr>
              <a:t>근현대까지 약 40장</a:t>
            </a:r>
          </a:p>
        </p:txBody>
      </p:sp>
      <p:sp>
        <p:nvSpPr>
          <p:cNvPr id="20" name="role-3">
            <a:extLst xmlns:a="http://schemas.openxmlformats.org/drawingml/2006/main">
              <a:ext uri="{FF2B5EF4-FFF2-40B4-BE49-F238E27FC236}">
                <a16:creationId xmlns:a16="http://schemas.microsoft.com/office/drawing/2014/main" id="{650E01C0-AB30-48A8-BF49-EB23C6321803}"/>
              </a:ext>
            </a:extLst>
          </p:cNvPr>
          <p:cNvSpPr>
            <a:spLocks xmlns:a="http://schemas.openxmlformats.org/drawingml/2006/main" noGrp="1"/>
          </p:cNvSpPr>
          <p:nvPr/>
        </p:nvSpPr>
        <p:spPr>
          <a:xfrm xmlns:a="http://schemas.openxmlformats.org/drawingml/2006/main">
            <a:off x="6229350" y="4581525"/>
            <a:ext cx="527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26C79"/>
                </a:solidFill>
                <a:latin typeface="Malgun Gothic"/>
                <a:ea typeface="Malgun Gothic"/>
                <a:cs typeface="Malgun Gothic"/>
              </a:defRPr>
            </a:defPPr>
            <a:lvl1pPr>
              <a:defRPr sz="1875" b="0">
                <a:solidFill>
                  <a:srgbClr val="626C79"/>
                </a:solidFill>
                <a:latin typeface="Malgun Gothic"/>
                <a:ea typeface="Malgun Gothic"/>
                <a:cs typeface="Malgun Gothic"/>
              </a:defRPr>
            </a:lvl1pPr>
            <a:lvl2pPr>
              <a:defRPr sz="1875" b="0">
                <a:solidFill>
                  <a:srgbClr val="626C79"/>
                </a:solidFill>
                <a:latin typeface="Malgun Gothic"/>
                <a:ea typeface="Malgun Gothic"/>
                <a:cs typeface="Malgun Gothic"/>
              </a:defRPr>
            </a:lvl2pPr>
            <a:lvl3pPr>
              <a:defRPr sz="1875" b="0">
                <a:solidFill>
                  <a:srgbClr val="626C79"/>
                </a:solidFill>
                <a:latin typeface="Malgun Gothic"/>
                <a:ea typeface="Malgun Gothic"/>
                <a:cs typeface="Malgun Gothic"/>
              </a:defRPr>
            </a:lvl3pPr>
            <a:lvl4pPr>
              <a:defRPr sz="1875" b="0">
                <a:solidFill>
                  <a:srgbClr val="626C79"/>
                </a:solidFill>
                <a:latin typeface="Malgun Gothic"/>
                <a:ea typeface="Malgun Gothic"/>
                <a:cs typeface="Malgun Gothic"/>
              </a:defRPr>
            </a:lvl4pPr>
            <a:lvl5pPr>
              <a:defRPr sz="1875" b="0">
                <a:solidFill>
                  <a:srgbClr val="626C79"/>
                </a:solidFill>
                <a:latin typeface="Malgun Gothic"/>
                <a:ea typeface="Malgun Gothic"/>
                <a:cs typeface="Malgun Gothic"/>
              </a:defRPr>
            </a:lvl5pPr>
            <a:lvl6pPr>
              <a:defRPr sz="1875" b="0">
                <a:solidFill>
                  <a:srgbClr val="626C79"/>
                </a:solidFill>
                <a:latin typeface="Malgun Gothic"/>
                <a:ea typeface="Malgun Gothic"/>
                <a:cs typeface="Malgun Gothic"/>
              </a:defRPr>
            </a:lvl6pPr>
            <a:lvl7pPr>
              <a:defRPr sz="1875" b="0">
                <a:solidFill>
                  <a:srgbClr val="626C79"/>
                </a:solidFill>
                <a:latin typeface="Malgun Gothic"/>
                <a:ea typeface="Malgun Gothic"/>
                <a:cs typeface="Malgun Gothic"/>
              </a:defRPr>
            </a:lvl7pPr>
            <a:lvl8pPr>
              <a:defRPr sz="1875" b="0">
                <a:solidFill>
                  <a:srgbClr val="626C79"/>
                </a:solidFill>
                <a:latin typeface="Malgun Gothic"/>
                <a:ea typeface="Malgun Gothic"/>
                <a:cs typeface="Malgun Gothic"/>
              </a:defRPr>
            </a:lvl8pPr>
            <a:lvl9pPr>
              <a:defRPr sz="1875" b="0">
                <a:solidFill>
                  <a:srgbClr val="626C79"/>
                </a:solidFill>
                <a:latin typeface="Malgun Gothic"/>
                <a:ea typeface="Malgun Gothic"/>
                <a:cs typeface="Malgun Gothic"/>
              </a:defRPr>
            </a:lvl9pPr>
          </a:lstStyle>
          <a:p xmlns:a="http://schemas.openxmlformats.org/drawingml/2006/main">
            <a:pPr>
              <a:defRPr sz="1875" b="0">
                <a:solidFill>
                  <a:srgbClr val="626C79"/>
                </a:solidFill>
                <a:latin typeface="Malgun Gothic"/>
                <a:ea typeface="Malgun Gothic"/>
                <a:cs typeface="Malgun Gothic"/>
              </a:defRPr>
            </a:pPr>
            <a:r>
              <a:rPr sz="1875" b="0">
                <a:solidFill>
                  <a:srgbClr val="626C79"/>
                </a:solidFill>
                <a:latin typeface="Malgun Gothic"/>
                <a:ea typeface="Malgun Gothic"/>
                <a:cs typeface="Malgun Gothic"/>
              </a:rPr>
              <a:t>시대 흐름과 지역 변화가 이어지는 구성</a:t>
            </a:r>
          </a:p>
        </p:txBody>
      </p:sp>
      <p:sp>
        <p:nvSpPr>
          <p:cNvPr id="21" name="takeaway">
            <a:extLst xmlns:a="http://schemas.openxmlformats.org/drawingml/2006/main">
              <a:ext uri="{FF2B5EF4-FFF2-40B4-BE49-F238E27FC236}">
                <a16:creationId xmlns:a16="http://schemas.microsoft.com/office/drawing/2014/main" id="{CD35106E-D81F-4E99-A71E-831D4591A82E}"/>
              </a:ext>
            </a:extLst>
          </p:cNvPr>
          <p:cNvSpPr>
            <a:spLocks xmlns:a="http://schemas.openxmlformats.org/drawingml/2006/main" noGrp="1"/>
          </p:cNvSpPr>
          <p:nvPr/>
        </p:nvSpPr>
        <p:spPr>
          <a:xfrm xmlns:a="http://schemas.openxmlformats.org/drawingml/2006/main">
            <a:off x="685800" y="56959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BA563E"/>
                </a:solidFill>
                <a:latin typeface="Malgun Gothic"/>
                <a:ea typeface="Malgun Gothic"/>
                <a:cs typeface="Malgun Gothic"/>
              </a:defRPr>
            </a:defPPr>
            <a:lvl1pPr>
              <a:defRPr sz="1950" b="1">
                <a:solidFill>
                  <a:srgbClr val="BA563E"/>
                </a:solidFill>
                <a:latin typeface="Malgun Gothic"/>
                <a:ea typeface="Malgun Gothic"/>
                <a:cs typeface="Malgun Gothic"/>
              </a:defRPr>
            </a:lvl1pPr>
            <a:lvl2pPr>
              <a:defRPr sz="1950" b="1">
                <a:solidFill>
                  <a:srgbClr val="BA563E"/>
                </a:solidFill>
                <a:latin typeface="Malgun Gothic"/>
                <a:ea typeface="Malgun Gothic"/>
                <a:cs typeface="Malgun Gothic"/>
              </a:defRPr>
            </a:lvl2pPr>
            <a:lvl3pPr>
              <a:defRPr sz="1950" b="1">
                <a:solidFill>
                  <a:srgbClr val="BA563E"/>
                </a:solidFill>
                <a:latin typeface="Malgun Gothic"/>
                <a:ea typeface="Malgun Gothic"/>
                <a:cs typeface="Malgun Gothic"/>
              </a:defRPr>
            </a:lvl3pPr>
            <a:lvl4pPr>
              <a:defRPr sz="1950" b="1">
                <a:solidFill>
                  <a:srgbClr val="BA563E"/>
                </a:solidFill>
                <a:latin typeface="Malgun Gothic"/>
                <a:ea typeface="Malgun Gothic"/>
                <a:cs typeface="Malgun Gothic"/>
              </a:defRPr>
            </a:lvl4pPr>
            <a:lvl5pPr>
              <a:defRPr sz="1950" b="1">
                <a:solidFill>
                  <a:srgbClr val="BA563E"/>
                </a:solidFill>
                <a:latin typeface="Malgun Gothic"/>
                <a:ea typeface="Malgun Gothic"/>
                <a:cs typeface="Malgun Gothic"/>
              </a:defRPr>
            </a:lvl5pPr>
            <a:lvl6pPr>
              <a:defRPr sz="1950" b="1">
                <a:solidFill>
                  <a:srgbClr val="BA563E"/>
                </a:solidFill>
                <a:latin typeface="Malgun Gothic"/>
                <a:ea typeface="Malgun Gothic"/>
                <a:cs typeface="Malgun Gothic"/>
              </a:defRPr>
            </a:lvl6pPr>
            <a:lvl7pPr>
              <a:defRPr sz="1950" b="1">
                <a:solidFill>
                  <a:srgbClr val="BA563E"/>
                </a:solidFill>
                <a:latin typeface="Malgun Gothic"/>
                <a:ea typeface="Malgun Gothic"/>
                <a:cs typeface="Malgun Gothic"/>
              </a:defRPr>
            </a:lvl7pPr>
            <a:lvl8pPr>
              <a:defRPr sz="1950" b="1">
                <a:solidFill>
                  <a:srgbClr val="BA563E"/>
                </a:solidFill>
                <a:latin typeface="Malgun Gothic"/>
                <a:ea typeface="Malgun Gothic"/>
                <a:cs typeface="Malgun Gothic"/>
              </a:defRPr>
            </a:lvl8pPr>
            <a:lvl9pPr>
              <a:defRPr sz="1950" b="1">
                <a:solidFill>
                  <a:srgbClr val="BA563E"/>
                </a:solidFill>
                <a:latin typeface="Malgun Gothic"/>
                <a:ea typeface="Malgun Gothic"/>
                <a:cs typeface="Malgun Gothic"/>
              </a:defRPr>
            </a:lvl9pPr>
          </a:lstStyle>
          <a:p xmlns:a="http://schemas.openxmlformats.org/drawingml/2006/main">
            <a:pPr>
              <a:defRPr sz="1950" b="1">
                <a:solidFill>
                  <a:srgbClr val="BA563E"/>
                </a:solidFill>
                <a:latin typeface="Malgun Gothic"/>
                <a:ea typeface="Malgun Gothic"/>
                <a:cs typeface="Malgun Gothic"/>
              </a:defRPr>
            </a:pPr>
            <a:r>
              <a:rPr sz="1950" b="1">
                <a:solidFill>
                  <a:srgbClr val="BA563E"/>
                </a:solidFill>
                <a:latin typeface="Malgun Gothic"/>
                <a:ea typeface="Malgun Gothic"/>
                <a:cs typeface="Malgun Gothic"/>
              </a:rPr>
              <a:t>약 40장은 이전 목표이며, 장 목록과 시대별 분량은 미정</a:t>
            </a:r>
          </a:p>
        </p:txBody>
      </p:sp>
    </p:spTree>
    <p:extLst>
      <p:ext uri="{BB962C8B-B14F-4D97-AF65-F5344CB8AC3E}">
        <p14:creationId xmlns:p14="http://schemas.microsoft.com/office/powerpoint/2010/main" val="868436752"/>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AEBA197F-3E3D-4018-9C22-07D4A39E2C70}"/>
              </a:ext>
            </a:extLst>
          </p:cNvPr>
          <p:cNvCxnSpPr>
            <a:stCxn xmlns:a="http://schemas.openxmlformats.org/drawingml/2006/main" id="11" idx="3"/>
            <a:endCxn xmlns:a="http://schemas.openxmlformats.org/drawingml/2006/main" id="13" idx="1"/>
          </p:cNvCxnSpPr>
          <p:nvPr/>
        </p:nvCxnSpPr>
        <p:spPr>
          <a:xfrm xmlns:a="http://schemas.openxmlformats.org/drawingml/2006/main">
            <a:off x="8705850" y="29908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48394324-0787-4B6D-BEB6-D63DA2FB2CB2}"/>
              </a:ext>
            </a:extLst>
          </p:cNvPr>
          <p:cNvCxnSpPr>
            <a:stCxn xmlns:a="http://schemas.openxmlformats.org/drawingml/2006/main" id="9" idx="3"/>
            <a:endCxn xmlns:a="http://schemas.openxmlformats.org/drawingml/2006/main" id="11" idx="1"/>
          </p:cNvCxnSpPr>
          <p:nvPr/>
        </p:nvCxnSpPr>
        <p:spPr>
          <a:xfrm xmlns:a="http://schemas.openxmlformats.org/drawingml/2006/main">
            <a:off x="5905500" y="29908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8EC529D3-B31D-4B21-9647-BF8B78BC13A3}"/>
              </a:ext>
            </a:extLst>
          </p:cNvPr>
          <p:cNvCxnSpPr>
            <a:stCxn xmlns:a="http://schemas.openxmlformats.org/drawingml/2006/main" id="7" idx="3"/>
            <a:endCxn xmlns:a="http://schemas.openxmlformats.org/drawingml/2006/main" id="9" idx="1"/>
          </p:cNvCxnSpPr>
          <p:nvPr/>
        </p:nvCxnSpPr>
        <p:spPr>
          <a:xfrm xmlns:a="http://schemas.openxmlformats.org/drawingml/2006/main">
            <a:off x="3105150" y="2990850"/>
            <a:ext cx="381000" cy="0"/>
          </a:xfrm>
          <a:prstGeom xmlns:a="http://schemas.openxmlformats.org/drawingml/2006/main" prst="straightConnector1">
            <a:avLst/>
          </a:prstGeom>
          <a:ln xmlns:a="http://schemas.openxmlformats.org/drawingml/2006/main" w="14288">
            <a:solidFill>
              <a:srgbClr val="BA563E"/>
            </a:solidFill>
            <a:prstDash val="solid"/>
            <a:tailEnd type="triangle" w="med" len="med"/>
          </a:ln>
        </p:spPr>
      </p:cxnSp>
      <p:sp>
        <p:nvSpPr>
          <p:cNvPr id="23" name="title">
            <a:extLst xmlns:a="http://schemas.openxmlformats.org/drawingml/2006/main">
              <a:ext uri="{FF2B5EF4-FFF2-40B4-BE49-F238E27FC236}">
                <a16:creationId xmlns:a16="http://schemas.microsoft.com/office/drawing/2014/main" id="{9690A686-2CBD-4978-836C-AA7F43BDBEEE}"/>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시대가 바뀌어도 남는 성과</a:t>
            </a:r>
          </a:p>
        </p:txBody>
      </p:sp>
      <p:sp>
        <p:nvSpPr>
          <p:cNvPr id="2" name="subtitle">
            <a:extLst xmlns:a="http://schemas.openxmlformats.org/drawingml/2006/main">
              <a:ext uri="{FF2B5EF4-FFF2-40B4-BE49-F238E27FC236}">
                <a16:creationId xmlns:a16="http://schemas.microsoft.com/office/drawing/2014/main" id="{C2ADC526-6CD0-4D0C-B549-CEC80F5BA63E}"/>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일반 장은 이어서 진행하고, 큰 시대 전환에서 새 출발을 검토</a:t>
            </a:r>
          </a:p>
        </p:txBody>
      </p:sp>
      <p:sp>
        <p:nvSpPr>
          <p:cNvPr id="3" name="footer-rule">
            <a:extLst xmlns:a="http://schemas.openxmlformats.org/drawingml/2006/main">
              <a:ext uri="{FF2B5EF4-FFF2-40B4-BE49-F238E27FC236}">
                <a16:creationId xmlns:a16="http://schemas.microsoft.com/office/drawing/2014/main" id="{4FFF2C61-1133-47F4-8214-EF11553481C7}"/>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D0083F8B-45FE-4B68-A799-9740D9FA116E}"/>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269CF8D3-6F38-46F5-B952-BD62D5E4DBDA}"/>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07</a:t>
            </a:r>
          </a:p>
        </p:txBody>
      </p:sp>
      <p:sp>
        <p:nvSpPr>
          <p:cNvPr id="6" name="step-number-0">
            <a:extLst xmlns:a="http://schemas.openxmlformats.org/drawingml/2006/main">
              <a:ext uri="{FF2B5EF4-FFF2-40B4-BE49-F238E27FC236}">
                <a16:creationId xmlns:a16="http://schemas.microsoft.com/office/drawing/2014/main" id="{4F01953C-3336-4551-9671-88B64A9D7CFD}"/>
              </a:ext>
            </a:extLst>
          </p:cNvPr>
          <p:cNvSpPr>
            <a:spLocks xmlns:a="http://schemas.openxmlformats.org/drawingml/2006/main" noGrp="1"/>
          </p:cNvSpPr>
          <p:nvPr/>
        </p:nvSpPr>
        <p:spPr>
          <a:xfrm xmlns:a="http://schemas.openxmlformats.org/drawingml/2006/main">
            <a:off x="685800" y="19621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01</a:t>
            </a:r>
          </a:p>
        </p:txBody>
      </p:sp>
      <p:sp>
        <p:nvSpPr>
          <p:cNvPr id="7" name="flow-0">
            <a:extLst xmlns:a="http://schemas.openxmlformats.org/drawingml/2006/main">
              <a:ext uri="{FF2B5EF4-FFF2-40B4-BE49-F238E27FC236}">
                <a16:creationId xmlns:a16="http://schemas.microsoft.com/office/drawing/2014/main" id="{95D4382F-15DA-43CC-AB70-644B0166995A}"/>
              </a:ext>
            </a:extLst>
          </p:cNvPr>
          <p:cNvSpPr>
            <a:spLocks xmlns:a="http://schemas.openxmlformats.org/drawingml/2006/main" noGrp="1"/>
          </p:cNvSpPr>
          <p:nvPr/>
        </p:nvSpPr>
        <p:spPr>
          <a:xfrm xmlns:a="http://schemas.openxmlformats.org/drawingml/2006/main">
            <a:off x="685800" y="25336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시대 마무리</a:t>
            </a:r>
          </a:p>
        </p:txBody>
      </p:sp>
      <p:sp>
        <p:nvSpPr>
          <p:cNvPr id="8" name="step-number-1">
            <a:extLst xmlns:a="http://schemas.openxmlformats.org/drawingml/2006/main">
              <a:ext uri="{FF2B5EF4-FFF2-40B4-BE49-F238E27FC236}">
                <a16:creationId xmlns:a16="http://schemas.microsoft.com/office/drawing/2014/main" id="{66CEB7E7-31E5-48A0-8D33-5A9ABA2B8171}"/>
              </a:ext>
            </a:extLst>
          </p:cNvPr>
          <p:cNvSpPr>
            <a:spLocks xmlns:a="http://schemas.openxmlformats.org/drawingml/2006/main" noGrp="1"/>
          </p:cNvSpPr>
          <p:nvPr/>
        </p:nvSpPr>
        <p:spPr>
          <a:xfrm xmlns:a="http://schemas.openxmlformats.org/drawingml/2006/main">
            <a:off x="3486150" y="19621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02</a:t>
            </a:r>
          </a:p>
        </p:txBody>
      </p:sp>
      <p:sp>
        <p:nvSpPr>
          <p:cNvPr id="9" name="flow-1">
            <a:extLst xmlns:a="http://schemas.openxmlformats.org/drawingml/2006/main">
              <a:ext uri="{FF2B5EF4-FFF2-40B4-BE49-F238E27FC236}">
                <a16:creationId xmlns:a16="http://schemas.microsoft.com/office/drawing/2014/main" id="{9A4ED100-B9F5-4CB9-97C4-F94E2D888A96}"/>
              </a:ext>
            </a:extLst>
          </p:cNvPr>
          <p:cNvSpPr>
            <a:spLocks xmlns:a="http://schemas.openxmlformats.org/drawingml/2006/main" noGrp="1"/>
          </p:cNvSpPr>
          <p:nvPr/>
        </p:nvSpPr>
        <p:spPr>
          <a:xfrm xmlns:a="http://schemas.openxmlformats.org/drawingml/2006/main">
            <a:off x="3486150" y="25336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세계 재구성</a:t>
            </a:r>
          </a:p>
        </p:txBody>
      </p:sp>
      <p:sp>
        <p:nvSpPr>
          <p:cNvPr id="10" name="step-number-2">
            <a:extLst xmlns:a="http://schemas.openxmlformats.org/drawingml/2006/main">
              <a:ext uri="{FF2B5EF4-FFF2-40B4-BE49-F238E27FC236}">
                <a16:creationId xmlns:a16="http://schemas.microsoft.com/office/drawing/2014/main" id="{1DB998FC-F9E6-40B2-A734-715F592FF607}"/>
              </a:ext>
            </a:extLst>
          </p:cNvPr>
          <p:cNvSpPr>
            <a:spLocks xmlns:a="http://schemas.openxmlformats.org/drawingml/2006/main" noGrp="1"/>
          </p:cNvSpPr>
          <p:nvPr/>
        </p:nvSpPr>
        <p:spPr>
          <a:xfrm xmlns:a="http://schemas.openxmlformats.org/drawingml/2006/main">
            <a:off x="6286500" y="19621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03</a:t>
            </a:r>
          </a:p>
        </p:txBody>
      </p:sp>
      <p:sp>
        <p:nvSpPr>
          <p:cNvPr id="11" name="flow-2">
            <a:extLst xmlns:a="http://schemas.openxmlformats.org/drawingml/2006/main">
              <a:ext uri="{FF2B5EF4-FFF2-40B4-BE49-F238E27FC236}">
                <a16:creationId xmlns:a16="http://schemas.microsoft.com/office/drawing/2014/main" id="{8C8389C4-5260-49AC-BCAB-8C1102CCDB09}"/>
              </a:ext>
            </a:extLst>
          </p:cNvPr>
          <p:cNvSpPr>
            <a:spLocks xmlns:a="http://schemas.openxmlformats.org/drawingml/2006/main" noGrp="1"/>
          </p:cNvSpPr>
          <p:nvPr/>
        </p:nvSpPr>
        <p:spPr>
          <a:xfrm xmlns:a="http://schemas.openxmlformats.org/drawingml/2006/main">
            <a:off x="6286500" y="25336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인물 재선택</a:t>
            </a:r>
          </a:p>
        </p:txBody>
      </p:sp>
      <p:sp>
        <p:nvSpPr>
          <p:cNvPr id="12" name="step-number-3">
            <a:extLst xmlns:a="http://schemas.openxmlformats.org/drawingml/2006/main">
              <a:ext uri="{FF2B5EF4-FFF2-40B4-BE49-F238E27FC236}">
                <a16:creationId xmlns:a16="http://schemas.microsoft.com/office/drawing/2014/main" id="{6B60DEAE-8EB0-4FFF-8BC2-9919F4D3F0A3}"/>
              </a:ext>
            </a:extLst>
          </p:cNvPr>
          <p:cNvSpPr>
            <a:spLocks xmlns:a="http://schemas.openxmlformats.org/drawingml/2006/main" noGrp="1"/>
          </p:cNvSpPr>
          <p:nvPr/>
        </p:nvSpPr>
        <p:spPr>
          <a:xfrm xmlns:a="http://schemas.openxmlformats.org/drawingml/2006/main">
            <a:off x="9086850" y="19621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1">
                <a:solidFill>
                  <a:srgbClr val="BA563E"/>
                </a:solidFill>
                <a:latin typeface="Malgun Gothic"/>
                <a:ea typeface="Malgun Gothic"/>
                <a:cs typeface="Malgun Gothic"/>
              </a:defRPr>
            </a:defPPr>
            <a:lvl1pPr>
              <a:defRPr sz="1725" b="1">
                <a:solidFill>
                  <a:srgbClr val="BA563E"/>
                </a:solidFill>
                <a:latin typeface="Malgun Gothic"/>
                <a:ea typeface="Malgun Gothic"/>
                <a:cs typeface="Malgun Gothic"/>
              </a:defRPr>
            </a:lvl1pPr>
            <a:lvl2pPr>
              <a:defRPr sz="1725" b="1">
                <a:solidFill>
                  <a:srgbClr val="BA563E"/>
                </a:solidFill>
                <a:latin typeface="Malgun Gothic"/>
                <a:ea typeface="Malgun Gothic"/>
                <a:cs typeface="Malgun Gothic"/>
              </a:defRPr>
            </a:lvl2pPr>
            <a:lvl3pPr>
              <a:defRPr sz="1725" b="1">
                <a:solidFill>
                  <a:srgbClr val="BA563E"/>
                </a:solidFill>
                <a:latin typeface="Malgun Gothic"/>
                <a:ea typeface="Malgun Gothic"/>
                <a:cs typeface="Malgun Gothic"/>
              </a:defRPr>
            </a:lvl3pPr>
            <a:lvl4pPr>
              <a:defRPr sz="1725" b="1">
                <a:solidFill>
                  <a:srgbClr val="BA563E"/>
                </a:solidFill>
                <a:latin typeface="Malgun Gothic"/>
                <a:ea typeface="Malgun Gothic"/>
                <a:cs typeface="Malgun Gothic"/>
              </a:defRPr>
            </a:lvl4pPr>
            <a:lvl5pPr>
              <a:defRPr sz="1725" b="1">
                <a:solidFill>
                  <a:srgbClr val="BA563E"/>
                </a:solidFill>
                <a:latin typeface="Malgun Gothic"/>
                <a:ea typeface="Malgun Gothic"/>
                <a:cs typeface="Malgun Gothic"/>
              </a:defRPr>
            </a:lvl5pPr>
            <a:lvl6pPr>
              <a:defRPr sz="1725" b="1">
                <a:solidFill>
                  <a:srgbClr val="BA563E"/>
                </a:solidFill>
                <a:latin typeface="Malgun Gothic"/>
                <a:ea typeface="Malgun Gothic"/>
                <a:cs typeface="Malgun Gothic"/>
              </a:defRPr>
            </a:lvl6pPr>
            <a:lvl7pPr>
              <a:defRPr sz="1725" b="1">
                <a:solidFill>
                  <a:srgbClr val="BA563E"/>
                </a:solidFill>
                <a:latin typeface="Malgun Gothic"/>
                <a:ea typeface="Malgun Gothic"/>
                <a:cs typeface="Malgun Gothic"/>
              </a:defRPr>
            </a:lvl7pPr>
            <a:lvl8pPr>
              <a:defRPr sz="1725" b="1">
                <a:solidFill>
                  <a:srgbClr val="BA563E"/>
                </a:solidFill>
                <a:latin typeface="Malgun Gothic"/>
                <a:ea typeface="Malgun Gothic"/>
                <a:cs typeface="Malgun Gothic"/>
              </a:defRPr>
            </a:lvl8pPr>
            <a:lvl9pPr>
              <a:defRPr sz="1725" b="1">
                <a:solidFill>
                  <a:srgbClr val="BA563E"/>
                </a:solidFill>
                <a:latin typeface="Malgun Gothic"/>
                <a:ea typeface="Malgun Gothic"/>
                <a:cs typeface="Malgun Gothic"/>
              </a:defRPr>
            </a:lvl9pPr>
          </a:lstStyle>
          <a:p xmlns:a="http://schemas.openxmlformats.org/drawingml/2006/main">
            <a:pPr>
              <a:defRPr sz="1725" b="1">
                <a:solidFill>
                  <a:srgbClr val="BA563E"/>
                </a:solidFill>
                <a:latin typeface="Malgun Gothic"/>
                <a:ea typeface="Malgun Gothic"/>
                <a:cs typeface="Malgun Gothic"/>
              </a:defRPr>
            </a:pPr>
            <a:r>
              <a:rPr sz="1725" b="1">
                <a:solidFill>
                  <a:srgbClr val="BA563E"/>
                </a:solidFill>
                <a:latin typeface="Malgun Gothic"/>
                <a:ea typeface="Malgun Gothic"/>
                <a:cs typeface="Malgun Gothic"/>
              </a:rPr>
              <a:t>04</a:t>
            </a:r>
          </a:p>
        </p:txBody>
      </p:sp>
      <p:sp>
        <p:nvSpPr>
          <p:cNvPr id="13" name="flow-3">
            <a:extLst xmlns:a="http://schemas.openxmlformats.org/drawingml/2006/main">
              <a:ext uri="{FF2B5EF4-FFF2-40B4-BE49-F238E27FC236}">
                <a16:creationId xmlns:a16="http://schemas.microsoft.com/office/drawing/2014/main" id="{C2F2F17A-1857-44A2-96D2-E10160D08C71}"/>
              </a:ext>
            </a:extLst>
          </p:cNvPr>
          <p:cNvSpPr>
            <a:spLocks xmlns:a="http://schemas.openxmlformats.org/drawingml/2006/main" noGrp="1"/>
          </p:cNvSpPr>
          <p:nvPr/>
        </p:nvSpPr>
        <p:spPr>
          <a:xfrm xmlns:a="http://schemas.openxmlformats.org/drawingml/2006/main">
            <a:off x="9086850" y="2533650"/>
            <a:ext cx="2419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CE1"/>
            </a:solidFill>
            <a:prstDash val="solid"/>
          </a:ln>
        </p:spPr>
        <p:txBody>
          <a:bodyPr xmlns:a="http://schemas.openxmlformats.org/drawingml/2006/main" lIns="95250" tIns="95250" rIns="95250" bIns="95250" anchor="ctr"/>
          <a:lstStyle xmlns:a="http://schemas.openxmlformats.org/drawingml/2006/main">
            <a:defPPr algn="ctr">
              <a:defRPr sz="2100" b="1">
                <a:solidFill>
                  <a:srgbClr val="222B38"/>
                </a:solidFill>
                <a:latin typeface="Malgun Gothic"/>
                <a:ea typeface="Malgun Gothic"/>
                <a:cs typeface="Malgun Gothic"/>
              </a:defRPr>
            </a:defPPr>
            <a:lvl1pPr algn="ctr">
              <a:defRPr sz="2100" b="1">
                <a:solidFill>
                  <a:srgbClr val="222B38"/>
                </a:solidFill>
                <a:latin typeface="Malgun Gothic"/>
                <a:ea typeface="Malgun Gothic"/>
                <a:cs typeface="Malgun Gothic"/>
              </a:defRPr>
            </a:lvl1pPr>
            <a:lvl2pPr algn="ctr">
              <a:defRPr sz="2100" b="1">
                <a:solidFill>
                  <a:srgbClr val="222B38"/>
                </a:solidFill>
                <a:latin typeface="Malgun Gothic"/>
                <a:ea typeface="Malgun Gothic"/>
                <a:cs typeface="Malgun Gothic"/>
              </a:defRPr>
            </a:lvl2pPr>
            <a:lvl3pPr algn="ctr">
              <a:defRPr sz="2100" b="1">
                <a:solidFill>
                  <a:srgbClr val="222B38"/>
                </a:solidFill>
                <a:latin typeface="Malgun Gothic"/>
                <a:ea typeface="Malgun Gothic"/>
                <a:cs typeface="Malgun Gothic"/>
              </a:defRPr>
            </a:lvl3pPr>
            <a:lvl4pPr algn="ctr">
              <a:defRPr sz="2100" b="1">
                <a:solidFill>
                  <a:srgbClr val="222B38"/>
                </a:solidFill>
                <a:latin typeface="Malgun Gothic"/>
                <a:ea typeface="Malgun Gothic"/>
                <a:cs typeface="Malgun Gothic"/>
              </a:defRPr>
            </a:lvl4pPr>
            <a:lvl5pPr algn="ctr">
              <a:defRPr sz="2100" b="1">
                <a:solidFill>
                  <a:srgbClr val="222B38"/>
                </a:solidFill>
                <a:latin typeface="Malgun Gothic"/>
                <a:ea typeface="Malgun Gothic"/>
                <a:cs typeface="Malgun Gothic"/>
              </a:defRPr>
            </a:lvl5pPr>
            <a:lvl6pPr algn="ctr">
              <a:defRPr sz="2100" b="1">
                <a:solidFill>
                  <a:srgbClr val="222B38"/>
                </a:solidFill>
                <a:latin typeface="Malgun Gothic"/>
                <a:ea typeface="Malgun Gothic"/>
                <a:cs typeface="Malgun Gothic"/>
              </a:defRPr>
            </a:lvl6pPr>
            <a:lvl7pPr algn="ctr">
              <a:defRPr sz="2100" b="1">
                <a:solidFill>
                  <a:srgbClr val="222B38"/>
                </a:solidFill>
                <a:latin typeface="Malgun Gothic"/>
                <a:ea typeface="Malgun Gothic"/>
                <a:cs typeface="Malgun Gothic"/>
              </a:defRPr>
            </a:lvl7pPr>
            <a:lvl8pPr algn="ctr">
              <a:defRPr sz="2100" b="1">
                <a:solidFill>
                  <a:srgbClr val="222B38"/>
                </a:solidFill>
                <a:latin typeface="Malgun Gothic"/>
                <a:ea typeface="Malgun Gothic"/>
                <a:cs typeface="Malgun Gothic"/>
              </a:defRPr>
            </a:lvl8pPr>
            <a:lvl9pPr algn="ctr">
              <a:defRPr sz="2100" b="1">
                <a:solidFill>
                  <a:srgbClr val="222B38"/>
                </a:solidFill>
                <a:latin typeface="Malgun Gothic"/>
                <a:ea typeface="Malgun Gothic"/>
                <a:cs typeface="Malgun Gothic"/>
              </a:defRPr>
            </a:lvl9pPr>
          </a:lstStyle>
          <a:p xmlns:a="http://schemas.openxmlformats.org/drawingml/2006/main">
            <a:pPr algn="ctr">
              <a:defRPr sz="2100" b="1">
                <a:solidFill>
                  <a:srgbClr val="222B38"/>
                </a:solidFill>
                <a:latin typeface="Malgun Gothic"/>
                <a:ea typeface="Malgun Gothic"/>
                <a:cs typeface="Malgun Gothic"/>
              </a:defRPr>
            </a:pPr>
            <a:r>
              <a:rPr sz="2100" b="1">
                <a:solidFill>
                  <a:srgbClr val="222B38"/>
                </a:solidFill>
                <a:latin typeface="Malgun Gothic"/>
                <a:ea typeface="Malgun Gothic"/>
                <a:cs typeface="Malgun Gothic"/>
              </a:rPr>
              <a:t>성과 기반 새 출발</a:t>
            </a:r>
          </a:p>
        </p:txBody>
      </p:sp>
      <p:sp>
        <p:nvSpPr>
          <p:cNvPr id="17" name="carry-title">
            <a:extLst xmlns:a="http://schemas.openxmlformats.org/drawingml/2006/main">
              <a:ext uri="{FF2B5EF4-FFF2-40B4-BE49-F238E27FC236}">
                <a16:creationId xmlns:a16="http://schemas.microsoft.com/office/drawing/2014/main" id="{41CB5CAF-E36D-481B-A8D0-188C9A6DB1F9}"/>
              </a:ext>
            </a:extLst>
          </p:cNvPr>
          <p:cNvSpPr>
            <a:spLocks xmlns:a="http://schemas.openxmlformats.org/drawingml/2006/main" noGrp="1"/>
          </p:cNvSpPr>
          <p:nvPr/>
        </p:nvSpPr>
        <p:spPr>
          <a:xfrm xmlns:a="http://schemas.openxmlformats.org/drawingml/2006/main">
            <a:off x="685800" y="4038600"/>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1">
                <a:solidFill>
                  <a:srgbClr val="BA563E"/>
                </a:solidFill>
                <a:latin typeface="Malgun Gothic"/>
                <a:ea typeface="Malgun Gothic"/>
                <a:cs typeface="Malgun Gothic"/>
              </a:defRPr>
            </a:defPPr>
            <a:lvl1pPr>
              <a:defRPr sz="2250" b="1">
                <a:solidFill>
                  <a:srgbClr val="BA563E"/>
                </a:solidFill>
                <a:latin typeface="Malgun Gothic"/>
                <a:ea typeface="Malgun Gothic"/>
                <a:cs typeface="Malgun Gothic"/>
              </a:defRPr>
            </a:lvl1pPr>
            <a:lvl2pPr>
              <a:defRPr sz="2250" b="1">
                <a:solidFill>
                  <a:srgbClr val="BA563E"/>
                </a:solidFill>
                <a:latin typeface="Malgun Gothic"/>
                <a:ea typeface="Malgun Gothic"/>
                <a:cs typeface="Malgun Gothic"/>
              </a:defRPr>
            </a:lvl2pPr>
            <a:lvl3pPr>
              <a:defRPr sz="2250" b="1">
                <a:solidFill>
                  <a:srgbClr val="BA563E"/>
                </a:solidFill>
                <a:latin typeface="Malgun Gothic"/>
                <a:ea typeface="Malgun Gothic"/>
                <a:cs typeface="Malgun Gothic"/>
              </a:defRPr>
            </a:lvl3pPr>
            <a:lvl4pPr>
              <a:defRPr sz="2250" b="1">
                <a:solidFill>
                  <a:srgbClr val="BA563E"/>
                </a:solidFill>
                <a:latin typeface="Malgun Gothic"/>
                <a:ea typeface="Malgun Gothic"/>
                <a:cs typeface="Malgun Gothic"/>
              </a:defRPr>
            </a:lvl4pPr>
            <a:lvl5pPr>
              <a:defRPr sz="2250" b="1">
                <a:solidFill>
                  <a:srgbClr val="BA563E"/>
                </a:solidFill>
                <a:latin typeface="Malgun Gothic"/>
                <a:ea typeface="Malgun Gothic"/>
                <a:cs typeface="Malgun Gothic"/>
              </a:defRPr>
            </a:lvl5pPr>
            <a:lvl6pPr>
              <a:defRPr sz="2250" b="1">
                <a:solidFill>
                  <a:srgbClr val="BA563E"/>
                </a:solidFill>
                <a:latin typeface="Malgun Gothic"/>
                <a:ea typeface="Malgun Gothic"/>
                <a:cs typeface="Malgun Gothic"/>
              </a:defRPr>
            </a:lvl6pPr>
            <a:lvl7pPr>
              <a:defRPr sz="2250" b="1">
                <a:solidFill>
                  <a:srgbClr val="BA563E"/>
                </a:solidFill>
                <a:latin typeface="Malgun Gothic"/>
                <a:ea typeface="Malgun Gothic"/>
                <a:cs typeface="Malgun Gothic"/>
              </a:defRPr>
            </a:lvl7pPr>
            <a:lvl8pPr>
              <a:defRPr sz="2250" b="1">
                <a:solidFill>
                  <a:srgbClr val="BA563E"/>
                </a:solidFill>
                <a:latin typeface="Malgun Gothic"/>
                <a:ea typeface="Malgun Gothic"/>
                <a:cs typeface="Malgun Gothic"/>
              </a:defRPr>
            </a:lvl8pPr>
            <a:lvl9pPr>
              <a:defRPr sz="2250" b="1">
                <a:solidFill>
                  <a:srgbClr val="BA563E"/>
                </a:solidFill>
                <a:latin typeface="Malgun Gothic"/>
                <a:ea typeface="Malgun Gothic"/>
                <a:cs typeface="Malgun Gothic"/>
              </a:defRPr>
            </a:lvl9pPr>
          </a:lstStyle>
          <a:p xmlns:a="http://schemas.openxmlformats.org/drawingml/2006/main">
            <a:pPr>
              <a:defRPr sz="2250" b="1">
                <a:solidFill>
                  <a:srgbClr val="BA563E"/>
                </a:solidFill>
                <a:latin typeface="Malgun Gothic"/>
                <a:ea typeface="Malgun Gothic"/>
                <a:cs typeface="Malgun Gothic"/>
              </a:defRPr>
            </a:pPr>
            <a:r>
              <a:rPr sz="2250" b="1">
                <a:solidFill>
                  <a:srgbClr val="BA563E"/>
                </a:solidFill>
                <a:latin typeface="Malgun Gothic"/>
                <a:ea typeface="Malgun Gothic"/>
                <a:cs typeface="Malgun Gothic"/>
              </a:rPr>
              <a:t>이어지는 성과</a:t>
            </a:r>
          </a:p>
        </p:txBody>
      </p:sp>
      <p:sp>
        <p:nvSpPr>
          <p:cNvPr id="18" name="change-title">
            <a:extLst xmlns:a="http://schemas.openxmlformats.org/drawingml/2006/main">
              <a:ext uri="{FF2B5EF4-FFF2-40B4-BE49-F238E27FC236}">
                <a16:creationId xmlns:a16="http://schemas.microsoft.com/office/drawing/2014/main" id="{A1E53D3B-1C43-4C6C-B8A3-41C1F77CA095}"/>
              </a:ext>
            </a:extLst>
          </p:cNvPr>
          <p:cNvSpPr>
            <a:spLocks xmlns:a="http://schemas.openxmlformats.org/drawingml/2006/main" noGrp="1"/>
          </p:cNvSpPr>
          <p:nvPr/>
        </p:nvSpPr>
        <p:spPr>
          <a:xfrm xmlns:a="http://schemas.openxmlformats.org/drawingml/2006/main">
            <a:off x="6477000" y="40386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1">
                <a:solidFill>
                  <a:srgbClr val="BA563E"/>
                </a:solidFill>
                <a:latin typeface="Malgun Gothic"/>
                <a:ea typeface="Malgun Gothic"/>
                <a:cs typeface="Malgun Gothic"/>
              </a:defRPr>
            </a:defPPr>
            <a:lvl1pPr>
              <a:defRPr sz="2250" b="1">
                <a:solidFill>
                  <a:srgbClr val="BA563E"/>
                </a:solidFill>
                <a:latin typeface="Malgun Gothic"/>
                <a:ea typeface="Malgun Gothic"/>
                <a:cs typeface="Malgun Gothic"/>
              </a:defRPr>
            </a:lvl1pPr>
            <a:lvl2pPr>
              <a:defRPr sz="2250" b="1">
                <a:solidFill>
                  <a:srgbClr val="BA563E"/>
                </a:solidFill>
                <a:latin typeface="Malgun Gothic"/>
                <a:ea typeface="Malgun Gothic"/>
                <a:cs typeface="Malgun Gothic"/>
              </a:defRPr>
            </a:lvl2pPr>
            <a:lvl3pPr>
              <a:defRPr sz="2250" b="1">
                <a:solidFill>
                  <a:srgbClr val="BA563E"/>
                </a:solidFill>
                <a:latin typeface="Malgun Gothic"/>
                <a:ea typeface="Malgun Gothic"/>
                <a:cs typeface="Malgun Gothic"/>
              </a:defRPr>
            </a:lvl3pPr>
            <a:lvl4pPr>
              <a:defRPr sz="2250" b="1">
                <a:solidFill>
                  <a:srgbClr val="BA563E"/>
                </a:solidFill>
                <a:latin typeface="Malgun Gothic"/>
                <a:ea typeface="Malgun Gothic"/>
                <a:cs typeface="Malgun Gothic"/>
              </a:defRPr>
            </a:lvl4pPr>
            <a:lvl5pPr>
              <a:defRPr sz="2250" b="1">
                <a:solidFill>
                  <a:srgbClr val="BA563E"/>
                </a:solidFill>
                <a:latin typeface="Malgun Gothic"/>
                <a:ea typeface="Malgun Gothic"/>
                <a:cs typeface="Malgun Gothic"/>
              </a:defRPr>
            </a:lvl5pPr>
            <a:lvl6pPr>
              <a:defRPr sz="2250" b="1">
                <a:solidFill>
                  <a:srgbClr val="BA563E"/>
                </a:solidFill>
                <a:latin typeface="Malgun Gothic"/>
                <a:ea typeface="Malgun Gothic"/>
                <a:cs typeface="Malgun Gothic"/>
              </a:defRPr>
            </a:lvl6pPr>
            <a:lvl7pPr>
              <a:defRPr sz="2250" b="1">
                <a:solidFill>
                  <a:srgbClr val="BA563E"/>
                </a:solidFill>
                <a:latin typeface="Malgun Gothic"/>
                <a:ea typeface="Malgun Gothic"/>
                <a:cs typeface="Malgun Gothic"/>
              </a:defRPr>
            </a:lvl7pPr>
            <a:lvl8pPr>
              <a:defRPr sz="2250" b="1">
                <a:solidFill>
                  <a:srgbClr val="BA563E"/>
                </a:solidFill>
                <a:latin typeface="Malgun Gothic"/>
                <a:ea typeface="Malgun Gothic"/>
                <a:cs typeface="Malgun Gothic"/>
              </a:defRPr>
            </a:lvl8pPr>
            <a:lvl9pPr>
              <a:defRPr sz="2250" b="1">
                <a:solidFill>
                  <a:srgbClr val="BA563E"/>
                </a:solidFill>
                <a:latin typeface="Malgun Gothic"/>
                <a:ea typeface="Malgun Gothic"/>
                <a:cs typeface="Malgun Gothic"/>
              </a:defRPr>
            </a:lvl9pPr>
          </a:lstStyle>
          <a:p xmlns:a="http://schemas.openxmlformats.org/drawingml/2006/main">
            <a:pPr>
              <a:defRPr sz="2250" b="1">
                <a:solidFill>
                  <a:srgbClr val="BA563E"/>
                </a:solidFill>
                <a:latin typeface="Malgun Gothic"/>
                <a:ea typeface="Malgun Gothic"/>
                <a:cs typeface="Malgun Gothic"/>
              </a:defRPr>
            </a:pPr>
            <a:r>
              <a:rPr sz="2250" b="1">
                <a:solidFill>
                  <a:srgbClr val="BA563E"/>
                </a:solidFill>
                <a:latin typeface="Malgun Gothic"/>
                <a:ea typeface="Malgun Gothic"/>
                <a:cs typeface="Malgun Gothic"/>
              </a:rPr>
              <a:t>달라지는 조건</a:t>
            </a:r>
          </a:p>
        </p:txBody>
      </p:sp>
      <p:sp>
        <p:nvSpPr>
          <p:cNvPr id="19" name="carry-0">
            <a:extLst xmlns:a="http://schemas.openxmlformats.org/drawingml/2006/main">
              <a:ext uri="{FF2B5EF4-FFF2-40B4-BE49-F238E27FC236}">
                <a16:creationId xmlns:a16="http://schemas.microsoft.com/office/drawing/2014/main" id="{38D3C8F3-DB10-415F-9469-F4A660AF7F72}"/>
              </a:ext>
            </a:extLst>
          </p:cNvPr>
          <p:cNvSpPr>
            <a:spLocks xmlns:a="http://schemas.openxmlformats.org/drawingml/2006/main" noGrp="1"/>
          </p:cNvSpPr>
          <p:nvPr/>
        </p:nvSpPr>
        <p:spPr>
          <a:xfrm xmlns:a="http://schemas.openxmlformats.org/drawingml/2006/main">
            <a:off x="685800" y="4648200"/>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모은 물자와 달성한 업적</a:t>
            </a:r>
          </a:p>
        </p:txBody>
      </p:sp>
      <p:sp>
        <p:nvSpPr>
          <p:cNvPr id="20" name="carry-1">
            <a:extLst xmlns:a="http://schemas.openxmlformats.org/drawingml/2006/main">
              <a:ext uri="{FF2B5EF4-FFF2-40B4-BE49-F238E27FC236}">
                <a16:creationId xmlns:a16="http://schemas.microsoft.com/office/drawing/2014/main" id="{A76CA1F9-0F03-4ACC-BA88-C8839B682EE8}"/>
              </a:ext>
            </a:extLst>
          </p:cNvPr>
          <p:cNvSpPr>
            <a:spLocks xmlns:a="http://schemas.openxmlformats.org/drawingml/2006/main" noGrp="1"/>
          </p:cNvSpPr>
          <p:nvPr/>
        </p:nvSpPr>
        <p:spPr>
          <a:xfrm xmlns:a="http://schemas.openxmlformats.org/drawingml/2006/main">
            <a:off x="685800" y="5143500"/>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캐릭터와 공동체의 성장 성과</a:t>
            </a:r>
          </a:p>
        </p:txBody>
      </p:sp>
      <p:sp>
        <p:nvSpPr>
          <p:cNvPr id="21" name="change-0">
            <a:extLst xmlns:a="http://schemas.openxmlformats.org/drawingml/2006/main">
              <a:ext uri="{FF2B5EF4-FFF2-40B4-BE49-F238E27FC236}">
                <a16:creationId xmlns:a16="http://schemas.microsoft.com/office/drawing/2014/main" id="{B520F0E1-536B-4601-AEED-3E3105469904}"/>
              </a:ext>
            </a:extLst>
          </p:cNvPr>
          <p:cNvSpPr>
            <a:spLocks xmlns:a="http://schemas.openxmlformats.org/drawingml/2006/main" noGrp="1"/>
          </p:cNvSpPr>
          <p:nvPr/>
        </p:nvSpPr>
        <p:spPr>
          <a:xfrm xmlns:a="http://schemas.openxmlformats.org/drawingml/2006/main">
            <a:off x="6477000" y="4648200"/>
            <a:ext cx="502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222B38"/>
                </a:solidFill>
                <a:latin typeface="Malgun Gothic"/>
                <a:ea typeface="Malgun Gothic"/>
                <a:cs typeface="Malgun Gothic"/>
              </a:defRPr>
            </a:defPPr>
            <a:lvl1pPr>
              <a:defRPr sz="1875" b="0">
                <a:solidFill>
                  <a:srgbClr val="222B38"/>
                </a:solidFill>
                <a:latin typeface="Malgun Gothic"/>
                <a:ea typeface="Malgun Gothic"/>
                <a:cs typeface="Malgun Gothic"/>
              </a:defRPr>
            </a:lvl1pPr>
            <a:lvl2pPr>
              <a:defRPr sz="1875" b="0">
                <a:solidFill>
                  <a:srgbClr val="222B38"/>
                </a:solidFill>
                <a:latin typeface="Malgun Gothic"/>
                <a:ea typeface="Malgun Gothic"/>
                <a:cs typeface="Malgun Gothic"/>
              </a:defRPr>
            </a:lvl2pPr>
            <a:lvl3pPr>
              <a:defRPr sz="1875" b="0">
                <a:solidFill>
                  <a:srgbClr val="222B38"/>
                </a:solidFill>
                <a:latin typeface="Malgun Gothic"/>
                <a:ea typeface="Malgun Gothic"/>
                <a:cs typeface="Malgun Gothic"/>
              </a:defRPr>
            </a:lvl3pPr>
            <a:lvl4pPr>
              <a:defRPr sz="1875" b="0">
                <a:solidFill>
                  <a:srgbClr val="222B38"/>
                </a:solidFill>
                <a:latin typeface="Malgun Gothic"/>
                <a:ea typeface="Malgun Gothic"/>
                <a:cs typeface="Malgun Gothic"/>
              </a:defRPr>
            </a:lvl4pPr>
            <a:lvl5pPr>
              <a:defRPr sz="1875" b="0">
                <a:solidFill>
                  <a:srgbClr val="222B38"/>
                </a:solidFill>
                <a:latin typeface="Malgun Gothic"/>
                <a:ea typeface="Malgun Gothic"/>
                <a:cs typeface="Malgun Gothic"/>
              </a:defRPr>
            </a:lvl5pPr>
            <a:lvl6pPr>
              <a:defRPr sz="1875" b="0">
                <a:solidFill>
                  <a:srgbClr val="222B38"/>
                </a:solidFill>
                <a:latin typeface="Malgun Gothic"/>
                <a:ea typeface="Malgun Gothic"/>
                <a:cs typeface="Malgun Gothic"/>
              </a:defRPr>
            </a:lvl6pPr>
            <a:lvl7pPr>
              <a:defRPr sz="1875" b="0">
                <a:solidFill>
                  <a:srgbClr val="222B38"/>
                </a:solidFill>
                <a:latin typeface="Malgun Gothic"/>
                <a:ea typeface="Malgun Gothic"/>
                <a:cs typeface="Malgun Gothic"/>
              </a:defRPr>
            </a:lvl7pPr>
            <a:lvl8pPr>
              <a:defRPr sz="1875" b="0">
                <a:solidFill>
                  <a:srgbClr val="222B38"/>
                </a:solidFill>
                <a:latin typeface="Malgun Gothic"/>
                <a:ea typeface="Malgun Gothic"/>
                <a:cs typeface="Malgun Gothic"/>
              </a:defRPr>
            </a:lvl8pPr>
            <a:lvl9pPr>
              <a:defRPr sz="1875" b="0">
                <a:solidFill>
                  <a:srgbClr val="222B38"/>
                </a:solidFill>
                <a:latin typeface="Malgun Gothic"/>
                <a:ea typeface="Malgun Gothic"/>
                <a:cs typeface="Malgun Gothic"/>
              </a:defRPr>
            </a:lvl9pPr>
          </a:lstStyle>
          <a:p xmlns:a="http://schemas.openxmlformats.org/drawingml/2006/main">
            <a:pPr>
              <a:defRPr sz="1875" b="0">
                <a:solidFill>
                  <a:srgbClr val="222B38"/>
                </a:solidFill>
                <a:latin typeface="Malgun Gothic"/>
                <a:ea typeface="Malgun Gothic"/>
                <a:cs typeface="Malgun Gothic"/>
              </a:defRPr>
            </a:pPr>
            <a:r>
              <a:rPr sz="1875" b="0">
                <a:solidFill>
                  <a:srgbClr val="222B38"/>
                </a:solidFill>
                <a:latin typeface="Malgun Gothic"/>
                <a:ea typeface="Malgun Gothic"/>
                <a:cs typeface="Malgun Gothic"/>
              </a:rPr>
              <a:t>새 인물, 역할, 시대에 맞는 거점과 기술</a:t>
            </a:r>
          </a:p>
        </p:txBody>
      </p:sp>
      <p:sp>
        <p:nvSpPr>
          <p:cNvPr id="22" name="change-1">
            <a:extLst xmlns:a="http://schemas.openxmlformats.org/drawingml/2006/main">
              <a:ext uri="{FF2B5EF4-FFF2-40B4-BE49-F238E27FC236}">
                <a16:creationId xmlns:a16="http://schemas.microsoft.com/office/drawing/2014/main" id="{6670D67B-EF18-47B8-8EA1-ACB269C09710}"/>
              </a:ext>
            </a:extLst>
          </p:cNvPr>
          <p:cNvSpPr>
            <a:spLocks xmlns:a="http://schemas.openxmlformats.org/drawingml/2006/main" noGrp="1"/>
          </p:cNvSpPr>
          <p:nvPr/>
        </p:nvSpPr>
        <p:spPr>
          <a:xfrm xmlns:a="http://schemas.openxmlformats.org/drawingml/2006/main">
            <a:off x="6477000" y="5143500"/>
            <a:ext cx="502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222B38"/>
                </a:solidFill>
                <a:latin typeface="Malgun Gothic"/>
                <a:ea typeface="Malgun Gothic"/>
                <a:cs typeface="Malgun Gothic"/>
              </a:defRPr>
            </a:defPPr>
            <a:lvl1pPr>
              <a:defRPr sz="1875" b="0">
                <a:solidFill>
                  <a:srgbClr val="222B38"/>
                </a:solidFill>
                <a:latin typeface="Malgun Gothic"/>
                <a:ea typeface="Malgun Gothic"/>
                <a:cs typeface="Malgun Gothic"/>
              </a:defRPr>
            </a:lvl1pPr>
            <a:lvl2pPr>
              <a:defRPr sz="1875" b="0">
                <a:solidFill>
                  <a:srgbClr val="222B38"/>
                </a:solidFill>
                <a:latin typeface="Malgun Gothic"/>
                <a:ea typeface="Malgun Gothic"/>
                <a:cs typeface="Malgun Gothic"/>
              </a:defRPr>
            </a:lvl2pPr>
            <a:lvl3pPr>
              <a:defRPr sz="1875" b="0">
                <a:solidFill>
                  <a:srgbClr val="222B38"/>
                </a:solidFill>
                <a:latin typeface="Malgun Gothic"/>
                <a:ea typeface="Malgun Gothic"/>
                <a:cs typeface="Malgun Gothic"/>
              </a:defRPr>
            </a:lvl3pPr>
            <a:lvl4pPr>
              <a:defRPr sz="1875" b="0">
                <a:solidFill>
                  <a:srgbClr val="222B38"/>
                </a:solidFill>
                <a:latin typeface="Malgun Gothic"/>
                <a:ea typeface="Malgun Gothic"/>
                <a:cs typeface="Malgun Gothic"/>
              </a:defRPr>
            </a:lvl4pPr>
            <a:lvl5pPr>
              <a:defRPr sz="1875" b="0">
                <a:solidFill>
                  <a:srgbClr val="222B38"/>
                </a:solidFill>
                <a:latin typeface="Malgun Gothic"/>
                <a:ea typeface="Malgun Gothic"/>
                <a:cs typeface="Malgun Gothic"/>
              </a:defRPr>
            </a:lvl5pPr>
            <a:lvl6pPr>
              <a:defRPr sz="1875" b="0">
                <a:solidFill>
                  <a:srgbClr val="222B38"/>
                </a:solidFill>
                <a:latin typeface="Malgun Gothic"/>
                <a:ea typeface="Malgun Gothic"/>
                <a:cs typeface="Malgun Gothic"/>
              </a:defRPr>
            </a:lvl6pPr>
            <a:lvl7pPr>
              <a:defRPr sz="1875" b="0">
                <a:solidFill>
                  <a:srgbClr val="222B38"/>
                </a:solidFill>
                <a:latin typeface="Malgun Gothic"/>
                <a:ea typeface="Malgun Gothic"/>
                <a:cs typeface="Malgun Gothic"/>
              </a:defRPr>
            </a:lvl7pPr>
            <a:lvl8pPr>
              <a:defRPr sz="1875" b="0">
                <a:solidFill>
                  <a:srgbClr val="222B38"/>
                </a:solidFill>
                <a:latin typeface="Malgun Gothic"/>
                <a:ea typeface="Malgun Gothic"/>
                <a:cs typeface="Malgun Gothic"/>
              </a:defRPr>
            </a:lvl8pPr>
            <a:lvl9pPr>
              <a:defRPr sz="1875" b="0">
                <a:solidFill>
                  <a:srgbClr val="222B38"/>
                </a:solidFill>
                <a:latin typeface="Malgun Gothic"/>
                <a:ea typeface="Malgun Gothic"/>
                <a:cs typeface="Malgun Gothic"/>
              </a:defRPr>
            </a:lvl9pPr>
          </a:lstStyle>
          <a:p xmlns:a="http://schemas.openxmlformats.org/drawingml/2006/main">
            <a:pPr>
              <a:defRPr sz="1875" b="0">
                <a:solidFill>
                  <a:srgbClr val="222B38"/>
                </a:solidFill>
                <a:latin typeface="Malgun Gothic"/>
                <a:ea typeface="Malgun Gothic"/>
                <a:cs typeface="Malgun Gothic"/>
              </a:defRPr>
            </a:pPr>
            <a:r>
              <a:rPr sz="1875" b="0">
                <a:solidFill>
                  <a:srgbClr val="222B38"/>
                </a:solidFill>
                <a:latin typeface="Malgun Gothic"/>
                <a:ea typeface="Malgun Gothic"/>
                <a:cs typeface="Malgun Gothic"/>
              </a:rPr>
              <a:t>일부 이야기와 임무, 역할의 강점</a:t>
            </a:r>
          </a:p>
        </p:txBody>
      </p:sp>
    </p:spTree>
    <p:extLst>
      <p:ext uri="{BB962C8B-B14F-4D97-AF65-F5344CB8AC3E}">
        <p14:creationId xmlns:p14="http://schemas.microsoft.com/office/powerpoint/2010/main" val="1673499229"/>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D308313-FB10-44B0-BDBD-1686EA060D8B}"/>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재미 속에 남길 역사와 지리</a:t>
            </a:r>
          </a:p>
        </p:txBody>
      </p:sp>
      <p:sp>
        <p:nvSpPr>
          <p:cNvPr id="2" name="subtitle">
            <a:extLst xmlns:a="http://schemas.openxmlformats.org/drawingml/2006/main">
              <a:ext uri="{FF2B5EF4-FFF2-40B4-BE49-F238E27FC236}">
                <a16:creationId xmlns:a16="http://schemas.microsoft.com/office/drawing/2014/main" id="{AEA0575C-4093-445A-A92D-51319D526D0E}"/>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플레이에서 겪는 일과 이해할 맥락을 연결한다</a:t>
            </a:r>
          </a:p>
        </p:txBody>
      </p:sp>
      <p:sp>
        <p:nvSpPr>
          <p:cNvPr id="3" name="footer-rule">
            <a:extLst xmlns:a="http://schemas.openxmlformats.org/drawingml/2006/main">
              <a:ext uri="{FF2B5EF4-FFF2-40B4-BE49-F238E27FC236}">
                <a16:creationId xmlns:a16="http://schemas.microsoft.com/office/drawing/2014/main" id="{7DEF5575-9D43-4C23-AA55-F2BDEAD0BD0D}"/>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B04A561C-36B4-43EC-85DF-8D15686473FF}"/>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B26CD5F9-4D8E-4823-BE3B-A50150BD74BD}"/>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08</a:t>
            </a:r>
          </a:p>
        </p:txBody>
      </p:sp>
      <p:graphicFrame>
        <p:nvGraphicFramePr>
          <p:cNvPr id="6" name="">
            <a:extLst xmlns:a="http://schemas.openxmlformats.org/drawingml/2006/main">
              <a:ext uri="{FF2B5EF4-FFF2-40B4-BE49-F238E27FC236}">
                <a16:creationId xmlns:a16="http://schemas.microsoft.com/office/drawing/2014/main" id="{601A34AB-CDE0-45B5-9DB1-A61858773791}"/>
              </a:ext>
            </a:extLst>
          </p:cNvPr>
          <p:cNvGraphicFramePr/>
          <p:nvPr/>
        </p:nvGraphicFramePr>
        <p:xfrm>
          <a:off xmlns:a="http://schemas.openxmlformats.org/drawingml/2006/main" x="685800" y="2057400"/>
          <a:ext xmlns:a="http://schemas.openxmlformats.org/drawingml/2006/main" cx="10820400" cy="3276600"/>
        </p:xfrm>
        <a:graphic xmlns:a="http://schemas.openxmlformats.org/drawingml/2006/main">
          <a:graphicData uri="http://schemas.openxmlformats.org/drawingml/2006/table">
            <a:tbl>
              <a:tblPr/>
              <a:tblGrid>
                <a:gridCol w="5429250"/>
                <a:gridCol w="5391150"/>
              </a:tblGrid>
              <a:tr h="655320">
                <a:tc>
                  <a:txBody>
                    <a:bodyPr/>
                    <a:lstStyle/>
                    <a:p>
                      <a:r>
                        <a:rPr sz="1875" b="1">
                          <a:solidFill>
                            <a:srgbClr val="222B38"/>
                          </a:solidFill>
                          <a:latin typeface="Malgun Gothic"/>
                          <a:ea typeface="Malgun Gothic"/>
                          <a:cs typeface="Malgun Gothic"/>
                        </a:rPr>
                        <a:t>게임에서 겪는 일</a:t>
                      </a:r>
                    </a:p>
                  </a:txBody>
                  <a:tcPr marL="171450" marR="133350" marT="152400" marB="152400" anchor="ctr">
                    <a:lnL w="9525">
                      <a:solidFill>
                        <a:srgbClr val="D9DCE1"/>
                      </a:solidFill>
                      <a:prstDash val="solid"/>
                    </a:lnL>
                    <a:lnR w="9525">
                      <a:solidFill>
                        <a:srgbClr val="D9DCE1"/>
                      </a:solidFill>
                      <a:prstDash val="solid"/>
                    </a:lnR>
                    <a:lnT w="9525">
                      <a:solidFill>
                        <a:srgbClr val="D9DCE1"/>
                      </a:solidFill>
                      <a:prstDash val="solid"/>
                    </a:lnT>
                    <a:lnB w="9525">
                      <a:solidFill>
                        <a:srgbClr val="D9DCE1"/>
                      </a:solidFill>
                      <a:prstDash val="solid"/>
                    </a:lnB>
                    <a:solidFill>
                      <a:srgbClr val="F2EEE7"/>
                    </a:solidFill>
                  </a:tcPr>
                </a:tc>
                <a:tc>
                  <a:txBody>
                    <a:bodyPr/>
                    <a:lstStyle/>
                    <a:p>
                      <a:r>
                        <a:rPr sz="1875" b="1">
                          <a:solidFill>
                            <a:srgbClr val="222B38"/>
                          </a:solidFill>
                          <a:latin typeface="Malgun Gothic"/>
                          <a:ea typeface="Malgun Gothic"/>
                          <a:cs typeface="Malgun Gothic"/>
                        </a:rPr>
                        <a:t>자연스럽게 남길 큰 그림</a:t>
                      </a:r>
                    </a:p>
                  </a:txBody>
                  <a:tcPr marL="171450" marR="133350" marT="152400" marB="152400" anchor="ctr">
                    <a:lnR w="9525">
                      <a:solidFill>
                        <a:srgbClr val="D9DCE1"/>
                      </a:solidFill>
                      <a:prstDash val="solid"/>
                    </a:lnR>
                    <a:lnT w="9525">
                      <a:solidFill>
                        <a:srgbClr val="D9DCE1"/>
                      </a:solidFill>
                      <a:prstDash val="solid"/>
                    </a:lnT>
                    <a:lnB w="9525">
                      <a:solidFill>
                        <a:srgbClr val="D9DCE1"/>
                      </a:solidFill>
                      <a:prstDash val="solid"/>
                    </a:lnB>
                    <a:solidFill>
                      <a:srgbClr val="F2EEE7"/>
                    </a:solidFill>
                  </a:tcPr>
                </a:tc>
              </a:tr>
              <a:tr h="655320">
                <a:tc>
                  <a:txBody>
                    <a:bodyPr/>
                    <a:lstStyle/>
                    <a:p>
                      <a:r>
                        <a:rPr sz="1875">
                          <a:solidFill>
                            <a:srgbClr val="222B38"/>
                          </a:solidFill>
                          <a:latin typeface="Malgun Gothic"/>
                          <a:ea typeface="Malgun Gothic"/>
                          <a:cs typeface="Malgun Gothic"/>
                        </a:rPr>
                        <a:t>지역을 고르고 탐험한다</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강과 산, 해안과 거점의 위치</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r h="655320">
                <a:tc>
                  <a:txBody>
                    <a:bodyPr/>
                    <a:lstStyle/>
                    <a:p>
                      <a:r>
                        <a:rPr sz="1875">
                          <a:solidFill>
                            <a:srgbClr val="222B38"/>
                          </a:solidFill>
                          <a:latin typeface="Malgun Gothic"/>
                          <a:ea typeface="Malgun Gothic"/>
                          <a:cs typeface="Malgun Gothic"/>
                        </a:rPr>
                        <a:t>지역의 도구와 제작법을 쓴다</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환경에 따라 다른 생활과 문화</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r h="655320">
                <a:tc>
                  <a:txBody>
                    <a:bodyPr/>
                    <a:lstStyle/>
                    <a:p>
                      <a:r>
                        <a:rPr sz="1875">
                          <a:solidFill>
                            <a:srgbClr val="222B38"/>
                          </a:solidFill>
                          <a:latin typeface="Malgun Gothic"/>
                          <a:ea typeface="Malgun Gothic"/>
                          <a:cs typeface="Malgun Gothic"/>
                        </a:rPr>
                        <a:t>역사적 인물과 큰 사건을 만난다</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시대의 순서와 변화의 맥락</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r h="655320">
                <a:tc>
                  <a:txBody>
                    <a:bodyPr/>
                    <a:lstStyle/>
                    <a:p>
                      <a:r>
                        <a:rPr sz="1875">
                          <a:solidFill>
                            <a:srgbClr val="222B38"/>
                          </a:solidFill>
                          <a:latin typeface="Malgun Gothic"/>
                          <a:ea typeface="Malgun Gothic"/>
                          <a:cs typeface="Malgun Gothic"/>
                        </a:rPr>
                        <a:t>시대마다 달라지는 지도를 본다</a:t>
                      </a:r>
                    </a:p>
                  </a:txBody>
                  <a:tcPr marL="171450" marR="133350" marT="152400" marB="152400" anchor="ctr">
                    <a:lnL w="9525">
                      <a:solidFill>
                        <a:srgbClr val="D9DCE1"/>
                      </a:solidFill>
                      <a:prstDash val="solid"/>
                    </a:lnL>
                    <a:lnR w="9525">
                      <a:solidFill>
                        <a:srgbClr val="D9DCE1"/>
                      </a:solidFill>
                      <a:prstDash val="solid"/>
                    </a:lnR>
                    <a:lnB w="9525">
                      <a:solidFill>
                        <a:srgbClr val="D9DCE1"/>
                      </a:solidFill>
                      <a:prstDash val="solid"/>
                    </a:lnB>
                    <a:solidFill>
                      <a:srgbClr val="FFFFFF"/>
                    </a:solidFill>
                  </a:tcPr>
                </a:tc>
                <a:tc>
                  <a:txBody>
                    <a:bodyPr/>
                    <a:lstStyle/>
                    <a:p>
                      <a:r>
                        <a:rPr sz="1875">
                          <a:solidFill>
                            <a:srgbClr val="222B38"/>
                          </a:solidFill>
                          <a:latin typeface="Malgun Gothic"/>
                          <a:ea typeface="Malgun Gothic"/>
                          <a:cs typeface="Malgun Gothic"/>
                        </a:rPr>
                        <a:t>나라의 등장과 영역의 대략적 변화</a:t>
                      </a:r>
                    </a:p>
                  </a:txBody>
                  <a:tcPr marL="171450" marR="133350" marT="152400" marB="152400" anchor="ctr">
                    <a:lnR w="9525">
                      <a:solidFill>
                        <a:srgbClr val="D9DCE1"/>
                      </a:solidFill>
                      <a:prstDash val="solid"/>
                    </a:lnR>
                    <a:lnB w="9525">
                      <a:solidFill>
                        <a:srgbClr val="D9DCE1"/>
                      </a:solidFill>
                      <a:prstDash val="solid"/>
                    </a:lnB>
                    <a:solidFill>
                      <a:srgbClr val="FFFFFF"/>
                    </a:solidFill>
                  </a:tcPr>
                </a:tc>
              </a:tr>
            </a:tbl>
          </a:graphicData>
        </a:graphic>
      </p:graphicFrame>
      <p:sp>
        <p:nvSpPr>
          <p:cNvPr id="7" name="takeaway">
            <a:extLst xmlns:a="http://schemas.openxmlformats.org/drawingml/2006/main">
              <a:ext uri="{FF2B5EF4-FFF2-40B4-BE49-F238E27FC236}">
                <a16:creationId xmlns:a16="http://schemas.microsoft.com/office/drawing/2014/main" id="{448B2C1C-7FDD-475F-9A35-B53E65B081A5}"/>
              </a:ext>
            </a:extLst>
          </p:cNvPr>
          <p:cNvSpPr>
            <a:spLocks xmlns:a="http://schemas.openxmlformats.org/drawingml/2006/main" noGrp="1"/>
          </p:cNvSpPr>
          <p:nvPr/>
        </p:nvSpPr>
        <p:spPr>
          <a:xfrm xmlns:a="http://schemas.openxmlformats.org/drawingml/2006/main">
            <a:off x="685800" y="5695950"/>
            <a:ext cx="10820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1">
                <a:solidFill>
                  <a:srgbClr val="BA563E"/>
                </a:solidFill>
                <a:latin typeface="Malgun Gothic"/>
                <a:ea typeface="Malgun Gothic"/>
                <a:cs typeface="Malgun Gothic"/>
              </a:defRPr>
            </a:defPPr>
            <a:lvl1pPr>
              <a:defRPr sz="1950" b="1">
                <a:solidFill>
                  <a:srgbClr val="BA563E"/>
                </a:solidFill>
                <a:latin typeface="Malgun Gothic"/>
                <a:ea typeface="Malgun Gothic"/>
                <a:cs typeface="Malgun Gothic"/>
              </a:defRPr>
            </a:lvl1pPr>
            <a:lvl2pPr>
              <a:defRPr sz="1950" b="1">
                <a:solidFill>
                  <a:srgbClr val="BA563E"/>
                </a:solidFill>
                <a:latin typeface="Malgun Gothic"/>
                <a:ea typeface="Malgun Gothic"/>
                <a:cs typeface="Malgun Gothic"/>
              </a:defRPr>
            </a:lvl2pPr>
            <a:lvl3pPr>
              <a:defRPr sz="1950" b="1">
                <a:solidFill>
                  <a:srgbClr val="BA563E"/>
                </a:solidFill>
                <a:latin typeface="Malgun Gothic"/>
                <a:ea typeface="Malgun Gothic"/>
                <a:cs typeface="Malgun Gothic"/>
              </a:defRPr>
            </a:lvl3pPr>
            <a:lvl4pPr>
              <a:defRPr sz="1950" b="1">
                <a:solidFill>
                  <a:srgbClr val="BA563E"/>
                </a:solidFill>
                <a:latin typeface="Malgun Gothic"/>
                <a:ea typeface="Malgun Gothic"/>
                <a:cs typeface="Malgun Gothic"/>
              </a:defRPr>
            </a:lvl4pPr>
            <a:lvl5pPr>
              <a:defRPr sz="1950" b="1">
                <a:solidFill>
                  <a:srgbClr val="BA563E"/>
                </a:solidFill>
                <a:latin typeface="Malgun Gothic"/>
                <a:ea typeface="Malgun Gothic"/>
                <a:cs typeface="Malgun Gothic"/>
              </a:defRPr>
            </a:lvl5pPr>
            <a:lvl6pPr>
              <a:defRPr sz="1950" b="1">
                <a:solidFill>
                  <a:srgbClr val="BA563E"/>
                </a:solidFill>
                <a:latin typeface="Malgun Gothic"/>
                <a:ea typeface="Malgun Gothic"/>
                <a:cs typeface="Malgun Gothic"/>
              </a:defRPr>
            </a:lvl6pPr>
            <a:lvl7pPr>
              <a:defRPr sz="1950" b="1">
                <a:solidFill>
                  <a:srgbClr val="BA563E"/>
                </a:solidFill>
                <a:latin typeface="Malgun Gothic"/>
                <a:ea typeface="Malgun Gothic"/>
                <a:cs typeface="Malgun Gothic"/>
              </a:defRPr>
            </a:lvl7pPr>
            <a:lvl8pPr>
              <a:defRPr sz="1950" b="1">
                <a:solidFill>
                  <a:srgbClr val="BA563E"/>
                </a:solidFill>
                <a:latin typeface="Malgun Gothic"/>
                <a:ea typeface="Malgun Gothic"/>
                <a:cs typeface="Malgun Gothic"/>
              </a:defRPr>
            </a:lvl8pPr>
            <a:lvl9pPr>
              <a:defRPr sz="1950" b="1">
                <a:solidFill>
                  <a:srgbClr val="BA563E"/>
                </a:solidFill>
                <a:latin typeface="Malgun Gothic"/>
                <a:ea typeface="Malgun Gothic"/>
                <a:cs typeface="Malgun Gothic"/>
              </a:defRPr>
            </a:lvl9pPr>
          </a:lstStyle>
          <a:p xmlns:a="http://schemas.openxmlformats.org/drawingml/2006/main">
            <a:pPr>
              <a:defRPr sz="1950" b="1">
                <a:solidFill>
                  <a:srgbClr val="BA563E"/>
                </a:solidFill>
                <a:latin typeface="Malgun Gothic"/>
                <a:ea typeface="Malgun Gothic"/>
                <a:cs typeface="Malgun Gothic"/>
              </a:defRPr>
            </a:pPr>
            <a:r>
              <a:rPr sz="1950" b="1">
                <a:solidFill>
                  <a:srgbClr val="BA563E"/>
                </a:solidFill>
                <a:latin typeface="Malgun Gothic"/>
                <a:ea typeface="Malgun Gothic"/>
                <a:cs typeface="Malgun Gothic"/>
              </a:rPr>
              <a:t>시기별 영역을 검토하고, 불확실한 경계를 구분해서 표시</a:t>
            </a:r>
          </a:p>
        </p:txBody>
      </p:sp>
    </p:spTree>
    <p:extLst>
      <p:ext uri="{BB962C8B-B14F-4D97-AF65-F5344CB8AC3E}">
        <p14:creationId xmlns:p14="http://schemas.microsoft.com/office/powerpoint/2010/main" val="1670311015"/>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D4B9EED-E743-4516-A658-5DEAF3831BA8}"/>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기본 비주얼 방향</a:t>
            </a:r>
          </a:p>
        </p:txBody>
      </p:sp>
      <p:sp>
        <p:nvSpPr>
          <p:cNvPr id="2" name="subtitle">
            <a:extLst xmlns:a="http://schemas.openxmlformats.org/drawingml/2006/main">
              <a:ext uri="{FF2B5EF4-FFF2-40B4-BE49-F238E27FC236}">
                <a16:creationId xmlns:a16="http://schemas.microsoft.com/office/drawing/2014/main" id="{40B26A0F-F190-42CD-BC13-EA1A9ABA30B0}"/>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1안의 아기자기한 2.5D를 전체 디자인의 기준으로 사용한다</a:t>
            </a:r>
          </a:p>
        </p:txBody>
      </p:sp>
      <p:sp>
        <p:nvSpPr>
          <p:cNvPr id="3" name="footer-rule">
            <a:extLst xmlns:a="http://schemas.openxmlformats.org/drawingml/2006/main">
              <a:ext uri="{FF2B5EF4-FFF2-40B4-BE49-F238E27FC236}">
                <a16:creationId xmlns:a16="http://schemas.microsoft.com/office/drawing/2014/main" id="{6F52AE00-F36C-4A1A-83E1-A80803F31E64}"/>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F71ED2DE-05B7-4D6E-8155-804CD83F1FAE}"/>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F43E13D1-D2A1-4E2D-A3B0-8C489C6940F0}"/>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09</a:t>
            </a:r>
          </a:p>
        </p:txBody>
      </p:sp>
      <p:pic>
        <p:nvPicPr>
          <p:cNvPr id="6" name="">
            <a:extLst xmlns:a="http://schemas.openxmlformats.org/drawingml/2006/main">
              <a:ext uri="{FF2B5EF4-FFF2-40B4-BE49-F238E27FC236}">
                <a16:creationId xmlns:a16="http://schemas.microsoft.com/office/drawing/2014/main" id="{0D958DD1-61B0-472D-87FE-FF00D99184B8}"/>
              </a:ext>
            </a:extLst>
          </p:cNvPr>
          <p:cNvPicPr>
            <a:picLocks xmlns:a="http://schemas.openxmlformats.org/drawingml/2006/main" noChangeAspect="1"/>
          </p:cNvPicPr>
          <p:nvPr/>
        </p:nvPicPr>
        <p:blipFill>
          <a:blip xmlns:r="http://schemas.openxmlformats.org/officeDocument/2006/relationships" xmlns:a="http://schemas.openxmlformats.org/drawingml/2006/main" r:embed="Rac9a11455b984219"/>
          <a:stretch xmlns:a="http://schemas.openxmlformats.org/drawingml/2006/main"/>
        </p:blipFill>
        <p:spPr>
          <a:xfrm xmlns:a="http://schemas.openxmlformats.org/drawingml/2006/main">
            <a:off x="1149872" y="2038350"/>
            <a:ext cx="5358356" cy="33528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C6AEBD4-A9DB-4F36-AE02-6A1577ABF5FE}"/>
              </a:ext>
            </a:extLst>
          </p:cNvPr>
          <p:cNvPicPr>
            <a:picLocks xmlns:a="http://schemas.openxmlformats.org/drawingml/2006/main" noChangeAspect="1"/>
          </p:cNvPicPr>
          <p:nvPr/>
        </p:nvPicPr>
        <p:blipFill>
          <a:blip xmlns:r="http://schemas.openxmlformats.org/officeDocument/2006/relationships" xmlns:a="http://schemas.openxmlformats.org/drawingml/2006/main" r:embed="R9e879cdfbb3e4bc6"/>
          <a:stretch xmlns:a="http://schemas.openxmlformats.org/drawingml/2006/main"/>
        </p:blipFill>
        <p:spPr>
          <a:xfrm xmlns:a="http://schemas.openxmlformats.org/drawingml/2006/main">
            <a:off x="7638485" y="2009775"/>
            <a:ext cx="2344281" cy="14668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8D8A41C-326C-4D71-A43A-F024A87181F2}"/>
              </a:ext>
            </a:extLst>
          </p:cNvPr>
          <p:cNvPicPr>
            <a:picLocks xmlns:a="http://schemas.openxmlformats.org/drawingml/2006/main" noChangeAspect="1"/>
          </p:cNvPicPr>
          <p:nvPr/>
        </p:nvPicPr>
        <p:blipFill>
          <a:blip xmlns:r="http://schemas.openxmlformats.org/officeDocument/2006/relationships" xmlns:a="http://schemas.openxmlformats.org/drawingml/2006/main" r:embed="Re993d567e11640bd"/>
          <a:stretch xmlns:a="http://schemas.openxmlformats.org/drawingml/2006/main"/>
        </p:blipFill>
        <p:spPr>
          <a:xfrm xmlns:a="http://schemas.openxmlformats.org/drawingml/2006/main">
            <a:off x="7638485" y="3962400"/>
            <a:ext cx="2344281" cy="1466850"/>
          </a:xfrm>
          <a:prstGeom xmlns:a="http://schemas.openxmlformats.org/drawingml/2006/main" prst="rect">
            <a:avLst/>
          </a:prstGeom>
        </p:spPr>
      </p:pic>
      <p:sp>
        <p:nvSpPr>
          <p:cNvPr id="9" name="preferred-label">
            <a:extLst xmlns:a="http://schemas.openxmlformats.org/drawingml/2006/main">
              <a:ext uri="{FF2B5EF4-FFF2-40B4-BE49-F238E27FC236}">
                <a16:creationId xmlns:a16="http://schemas.microsoft.com/office/drawing/2014/main" id="{B4C15933-B74E-4F50-85F9-1F204D67D6B4}"/>
              </a:ext>
            </a:extLst>
          </p:cNvPr>
          <p:cNvSpPr>
            <a:spLocks xmlns:a="http://schemas.openxmlformats.org/drawingml/2006/main" noGrp="1"/>
          </p:cNvSpPr>
          <p:nvPr/>
        </p:nvSpPr>
        <p:spPr>
          <a:xfrm xmlns:a="http://schemas.openxmlformats.org/drawingml/2006/main">
            <a:off x="685800" y="553402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BA563E"/>
                </a:solidFill>
                <a:latin typeface="Malgun Gothic"/>
                <a:ea typeface="Malgun Gothic"/>
                <a:cs typeface="Malgun Gothic"/>
              </a:defRPr>
            </a:defPPr>
            <a:lvl1pPr>
              <a:defRPr sz="2175" b="1">
                <a:solidFill>
                  <a:srgbClr val="BA563E"/>
                </a:solidFill>
                <a:latin typeface="Malgun Gothic"/>
                <a:ea typeface="Malgun Gothic"/>
                <a:cs typeface="Malgun Gothic"/>
              </a:defRPr>
            </a:lvl1pPr>
            <a:lvl2pPr>
              <a:defRPr sz="2175" b="1">
                <a:solidFill>
                  <a:srgbClr val="BA563E"/>
                </a:solidFill>
                <a:latin typeface="Malgun Gothic"/>
                <a:ea typeface="Malgun Gothic"/>
                <a:cs typeface="Malgun Gothic"/>
              </a:defRPr>
            </a:lvl2pPr>
            <a:lvl3pPr>
              <a:defRPr sz="2175" b="1">
                <a:solidFill>
                  <a:srgbClr val="BA563E"/>
                </a:solidFill>
                <a:latin typeface="Malgun Gothic"/>
                <a:ea typeface="Malgun Gothic"/>
                <a:cs typeface="Malgun Gothic"/>
              </a:defRPr>
            </a:lvl3pPr>
            <a:lvl4pPr>
              <a:defRPr sz="2175" b="1">
                <a:solidFill>
                  <a:srgbClr val="BA563E"/>
                </a:solidFill>
                <a:latin typeface="Malgun Gothic"/>
                <a:ea typeface="Malgun Gothic"/>
                <a:cs typeface="Malgun Gothic"/>
              </a:defRPr>
            </a:lvl4pPr>
            <a:lvl5pPr>
              <a:defRPr sz="2175" b="1">
                <a:solidFill>
                  <a:srgbClr val="BA563E"/>
                </a:solidFill>
                <a:latin typeface="Malgun Gothic"/>
                <a:ea typeface="Malgun Gothic"/>
                <a:cs typeface="Malgun Gothic"/>
              </a:defRPr>
            </a:lvl5pPr>
            <a:lvl6pPr>
              <a:defRPr sz="2175" b="1">
                <a:solidFill>
                  <a:srgbClr val="BA563E"/>
                </a:solidFill>
                <a:latin typeface="Malgun Gothic"/>
                <a:ea typeface="Malgun Gothic"/>
                <a:cs typeface="Malgun Gothic"/>
              </a:defRPr>
            </a:lvl6pPr>
            <a:lvl7pPr>
              <a:defRPr sz="2175" b="1">
                <a:solidFill>
                  <a:srgbClr val="BA563E"/>
                </a:solidFill>
                <a:latin typeface="Malgun Gothic"/>
                <a:ea typeface="Malgun Gothic"/>
                <a:cs typeface="Malgun Gothic"/>
              </a:defRPr>
            </a:lvl7pPr>
            <a:lvl8pPr>
              <a:defRPr sz="2175" b="1">
                <a:solidFill>
                  <a:srgbClr val="BA563E"/>
                </a:solidFill>
                <a:latin typeface="Malgun Gothic"/>
                <a:ea typeface="Malgun Gothic"/>
                <a:cs typeface="Malgun Gothic"/>
              </a:defRPr>
            </a:lvl8pPr>
            <a:lvl9pPr>
              <a:defRPr sz="2175" b="1">
                <a:solidFill>
                  <a:srgbClr val="BA563E"/>
                </a:solidFill>
                <a:latin typeface="Malgun Gothic"/>
                <a:ea typeface="Malgun Gothic"/>
                <a:cs typeface="Malgun Gothic"/>
              </a:defRPr>
            </a:lvl9pPr>
          </a:lstStyle>
          <a:p xmlns:a="http://schemas.openxmlformats.org/drawingml/2006/main">
            <a:pPr>
              <a:defRPr sz="2175" b="1">
                <a:solidFill>
                  <a:srgbClr val="BA563E"/>
                </a:solidFill>
                <a:latin typeface="Malgun Gothic"/>
                <a:ea typeface="Malgun Gothic"/>
                <a:cs typeface="Malgun Gothic"/>
              </a:defRPr>
            </a:pPr>
            <a:r>
              <a:rPr sz="2175" b="1">
                <a:solidFill>
                  <a:srgbClr val="BA563E"/>
                </a:solidFill>
                <a:latin typeface="Malgun Gothic"/>
                <a:ea typeface="Malgun Gothic"/>
                <a:cs typeface="Malgun Gothic"/>
              </a:rPr>
              <a:t>1안  아기자기한 2.5D</a:t>
            </a:r>
          </a:p>
        </p:txBody>
      </p:sp>
      <p:sp>
        <p:nvSpPr>
          <p:cNvPr id="10" name="option-two">
            <a:extLst xmlns:a="http://schemas.openxmlformats.org/drawingml/2006/main">
              <a:ext uri="{FF2B5EF4-FFF2-40B4-BE49-F238E27FC236}">
                <a16:creationId xmlns:a16="http://schemas.microsoft.com/office/drawing/2014/main" id="{5DBAC08C-80BB-41BC-A043-6B7053627B72}"/>
              </a:ext>
            </a:extLst>
          </p:cNvPr>
          <p:cNvSpPr>
            <a:spLocks xmlns:a="http://schemas.openxmlformats.org/drawingml/2006/main" noGrp="1"/>
          </p:cNvSpPr>
          <p:nvPr/>
        </p:nvSpPr>
        <p:spPr>
          <a:xfrm xmlns:a="http://schemas.openxmlformats.org/drawingml/2006/main">
            <a:off x="7524750" y="3514725"/>
            <a:ext cx="3981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626C79"/>
                </a:solidFill>
                <a:latin typeface="Malgun Gothic"/>
                <a:ea typeface="Malgun Gothic"/>
                <a:cs typeface="Malgun Gothic"/>
              </a:defRPr>
            </a:defPPr>
            <a:lvl1pPr>
              <a:defRPr sz="1650" b="0">
                <a:solidFill>
                  <a:srgbClr val="626C79"/>
                </a:solidFill>
                <a:latin typeface="Malgun Gothic"/>
                <a:ea typeface="Malgun Gothic"/>
                <a:cs typeface="Malgun Gothic"/>
              </a:defRPr>
            </a:lvl1pPr>
            <a:lvl2pPr>
              <a:defRPr sz="1650" b="0">
                <a:solidFill>
                  <a:srgbClr val="626C79"/>
                </a:solidFill>
                <a:latin typeface="Malgun Gothic"/>
                <a:ea typeface="Malgun Gothic"/>
                <a:cs typeface="Malgun Gothic"/>
              </a:defRPr>
            </a:lvl2pPr>
            <a:lvl3pPr>
              <a:defRPr sz="1650" b="0">
                <a:solidFill>
                  <a:srgbClr val="626C79"/>
                </a:solidFill>
                <a:latin typeface="Malgun Gothic"/>
                <a:ea typeface="Malgun Gothic"/>
                <a:cs typeface="Malgun Gothic"/>
              </a:defRPr>
            </a:lvl3pPr>
            <a:lvl4pPr>
              <a:defRPr sz="1650" b="0">
                <a:solidFill>
                  <a:srgbClr val="626C79"/>
                </a:solidFill>
                <a:latin typeface="Malgun Gothic"/>
                <a:ea typeface="Malgun Gothic"/>
                <a:cs typeface="Malgun Gothic"/>
              </a:defRPr>
            </a:lvl4pPr>
            <a:lvl5pPr>
              <a:defRPr sz="1650" b="0">
                <a:solidFill>
                  <a:srgbClr val="626C79"/>
                </a:solidFill>
                <a:latin typeface="Malgun Gothic"/>
                <a:ea typeface="Malgun Gothic"/>
                <a:cs typeface="Malgun Gothic"/>
              </a:defRPr>
            </a:lvl5pPr>
            <a:lvl6pPr>
              <a:defRPr sz="1650" b="0">
                <a:solidFill>
                  <a:srgbClr val="626C79"/>
                </a:solidFill>
                <a:latin typeface="Malgun Gothic"/>
                <a:ea typeface="Malgun Gothic"/>
                <a:cs typeface="Malgun Gothic"/>
              </a:defRPr>
            </a:lvl6pPr>
            <a:lvl7pPr>
              <a:defRPr sz="1650" b="0">
                <a:solidFill>
                  <a:srgbClr val="626C79"/>
                </a:solidFill>
                <a:latin typeface="Malgun Gothic"/>
                <a:ea typeface="Malgun Gothic"/>
                <a:cs typeface="Malgun Gothic"/>
              </a:defRPr>
            </a:lvl7pPr>
            <a:lvl8pPr>
              <a:defRPr sz="1650" b="0">
                <a:solidFill>
                  <a:srgbClr val="626C79"/>
                </a:solidFill>
                <a:latin typeface="Malgun Gothic"/>
                <a:ea typeface="Malgun Gothic"/>
                <a:cs typeface="Malgun Gothic"/>
              </a:defRPr>
            </a:lvl8pPr>
            <a:lvl9pPr>
              <a:defRPr sz="1650" b="0">
                <a:solidFill>
                  <a:srgbClr val="626C79"/>
                </a:solidFill>
                <a:latin typeface="Malgun Gothic"/>
                <a:ea typeface="Malgun Gothic"/>
                <a:cs typeface="Malgun Gothic"/>
              </a:defRPr>
            </a:lvl9pPr>
          </a:lstStyle>
          <a:p xmlns:a="http://schemas.openxmlformats.org/drawingml/2006/main">
            <a:pPr>
              <a:defRPr sz="1650" b="0">
                <a:solidFill>
                  <a:srgbClr val="626C79"/>
                </a:solidFill>
                <a:latin typeface="Malgun Gothic"/>
                <a:ea typeface="Malgun Gothic"/>
                <a:cs typeface="Malgun Gothic"/>
              </a:defRPr>
            </a:pPr>
            <a:r>
              <a:rPr sz="1650" b="0">
                <a:solidFill>
                  <a:srgbClr val="626C79"/>
                </a:solidFill>
                <a:latin typeface="Malgun Gothic"/>
                <a:ea typeface="Malgun Gothic"/>
                <a:cs typeface="Malgun Gothic"/>
              </a:rPr>
              <a:t>2안  생존 액션 RPG</a:t>
            </a:r>
          </a:p>
        </p:txBody>
      </p:sp>
      <p:sp>
        <p:nvSpPr>
          <p:cNvPr id="11" name="option-three">
            <a:extLst xmlns:a="http://schemas.openxmlformats.org/drawingml/2006/main">
              <a:ext uri="{FF2B5EF4-FFF2-40B4-BE49-F238E27FC236}">
                <a16:creationId xmlns:a16="http://schemas.microsoft.com/office/drawing/2014/main" id="{DA327894-55FB-48D0-95CC-6595E5665D65}"/>
              </a:ext>
            </a:extLst>
          </p:cNvPr>
          <p:cNvSpPr>
            <a:spLocks xmlns:a="http://schemas.openxmlformats.org/drawingml/2006/main" noGrp="1"/>
          </p:cNvSpPr>
          <p:nvPr/>
        </p:nvSpPr>
        <p:spPr>
          <a:xfrm xmlns:a="http://schemas.openxmlformats.org/drawingml/2006/main">
            <a:off x="7524750" y="5467350"/>
            <a:ext cx="3981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626C79"/>
                </a:solidFill>
                <a:latin typeface="Malgun Gothic"/>
                <a:ea typeface="Malgun Gothic"/>
                <a:cs typeface="Malgun Gothic"/>
              </a:defRPr>
            </a:defPPr>
            <a:lvl1pPr>
              <a:defRPr sz="1650" b="0">
                <a:solidFill>
                  <a:srgbClr val="626C79"/>
                </a:solidFill>
                <a:latin typeface="Malgun Gothic"/>
                <a:ea typeface="Malgun Gothic"/>
                <a:cs typeface="Malgun Gothic"/>
              </a:defRPr>
            </a:lvl1pPr>
            <a:lvl2pPr>
              <a:defRPr sz="1650" b="0">
                <a:solidFill>
                  <a:srgbClr val="626C79"/>
                </a:solidFill>
                <a:latin typeface="Malgun Gothic"/>
                <a:ea typeface="Malgun Gothic"/>
                <a:cs typeface="Malgun Gothic"/>
              </a:defRPr>
            </a:lvl2pPr>
            <a:lvl3pPr>
              <a:defRPr sz="1650" b="0">
                <a:solidFill>
                  <a:srgbClr val="626C79"/>
                </a:solidFill>
                <a:latin typeface="Malgun Gothic"/>
                <a:ea typeface="Malgun Gothic"/>
                <a:cs typeface="Malgun Gothic"/>
              </a:defRPr>
            </a:lvl3pPr>
            <a:lvl4pPr>
              <a:defRPr sz="1650" b="0">
                <a:solidFill>
                  <a:srgbClr val="626C79"/>
                </a:solidFill>
                <a:latin typeface="Malgun Gothic"/>
                <a:ea typeface="Malgun Gothic"/>
                <a:cs typeface="Malgun Gothic"/>
              </a:defRPr>
            </a:lvl4pPr>
            <a:lvl5pPr>
              <a:defRPr sz="1650" b="0">
                <a:solidFill>
                  <a:srgbClr val="626C79"/>
                </a:solidFill>
                <a:latin typeface="Malgun Gothic"/>
                <a:ea typeface="Malgun Gothic"/>
                <a:cs typeface="Malgun Gothic"/>
              </a:defRPr>
            </a:lvl5pPr>
            <a:lvl6pPr>
              <a:defRPr sz="1650" b="0">
                <a:solidFill>
                  <a:srgbClr val="626C79"/>
                </a:solidFill>
                <a:latin typeface="Malgun Gothic"/>
                <a:ea typeface="Malgun Gothic"/>
                <a:cs typeface="Malgun Gothic"/>
              </a:defRPr>
            </a:lvl6pPr>
            <a:lvl7pPr>
              <a:defRPr sz="1650" b="0">
                <a:solidFill>
                  <a:srgbClr val="626C79"/>
                </a:solidFill>
                <a:latin typeface="Malgun Gothic"/>
                <a:ea typeface="Malgun Gothic"/>
                <a:cs typeface="Malgun Gothic"/>
              </a:defRPr>
            </a:lvl7pPr>
            <a:lvl8pPr>
              <a:defRPr sz="1650" b="0">
                <a:solidFill>
                  <a:srgbClr val="626C79"/>
                </a:solidFill>
                <a:latin typeface="Malgun Gothic"/>
                <a:ea typeface="Malgun Gothic"/>
                <a:cs typeface="Malgun Gothic"/>
              </a:defRPr>
            </a:lvl8pPr>
            <a:lvl9pPr>
              <a:defRPr sz="1650" b="0">
                <a:solidFill>
                  <a:srgbClr val="626C79"/>
                </a:solidFill>
                <a:latin typeface="Malgun Gothic"/>
                <a:ea typeface="Malgun Gothic"/>
                <a:cs typeface="Malgun Gothic"/>
              </a:defRPr>
            </a:lvl9pPr>
          </a:lstStyle>
          <a:p xmlns:a="http://schemas.openxmlformats.org/drawingml/2006/main">
            <a:pPr>
              <a:defRPr sz="1650" b="0">
                <a:solidFill>
                  <a:srgbClr val="626C79"/>
                </a:solidFill>
                <a:latin typeface="Malgun Gothic"/>
                <a:ea typeface="Malgun Gothic"/>
                <a:cs typeface="Malgun Gothic"/>
              </a:defRPr>
            </a:pPr>
            <a:r>
              <a:rPr sz="1650" b="0">
                <a:solidFill>
                  <a:srgbClr val="626C79"/>
                </a:solidFill>
                <a:latin typeface="Malgun Gothic"/>
                <a:ea typeface="Malgun Gothic"/>
                <a:cs typeface="Malgun Gothic"/>
              </a:rPr>
              <a:t>3안  도트 RPG</a:t>
            </a:r>
          </a:p>
        </p:txBody>
      </p:sp>
    </p:spTree>
    <p:extLst>
      <p:ext uri="{BB962C8B-B14F-4D97-AF65-F5344CB8AC3E}">
        <p14:creationId xmlns:p14="http://schemas.microsoft.com/office/powerpoint/2010/main" val="1595033533"/>
      </p:ext>
    </p:extLst>
  </p:cSld>
</p:sld>
</file>

<file path=ppt/slides/slide10.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D1D26A0F-3A14-463B-805F-B3AD235FB3DF}"/>
              </a:ext>
            </a:extLst>
          </p:cNvPr>
          <p:cNvSpPr>
            <a:spLocks xmlns:a="http://schemas.openxmlformats.org/drawingml/2006/main" noGrp="1"/>
          </p:cNvSpPr>
          <p:nvPr/>
        </p:nvSpPr>
        <p:spPr>
          <a:xfrm xmlns:a="http://schemas.openxmlformats.org/drawingml/2006/main">
            <a:off x="685800" y="523875"/>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450" b="1">
                <a:solidFill>
                  <a:srgbClr val="222B38"/>
                </a:solidFill>
                <a:latin typeface="Malgun Gothic"/>
                <a:ea typeface="Malgun Gothic"/>
                <a:cs typeface="Malgun Gothic"/>
              </a:defRPr>
            </a:defPPr>
            <a:lvl1pPr>
              <a:defRPr sz="3450" b="1">
                <a:solidFill>
                  <a:srgbClr val="222B38"/>
                </a:solidFill>
                <a:latin typeface="Malgun Gothic"/>
                <a:ea typeface="Malgun Gothic"/>
                <a:cs typeface="Malgun Gothic"/>
              </a:defRPr>
            </a:lvl1pPr>
            <a:lvl2pPr>
              <a:defRPr sz="3450" b="1">
                <a:solidFill>
                  <a:srgbClr val="222B38"/>
                </a:solidFill>
                <a:latin typeface="Malgun Gothic"/>
                <a:ea typeface="Malgun Gothic"/>
                <a:cs typeface="Malgun Gothic"/>
              </a:defRPr>
            </a:lvl2pPr>
            <a:lvl3pPr>
              <a:defRPr sz="3450" b="1">
                <a:solidFill>
                  <a:srgbClr val="222B38"/>
                </a:solidFill>
                <a:latin typeface="Malgun Gothic"/>
                <a:ea typeface="Malgun Gothic"/>
                <a:cs typeface="Malgun Gothic"/>
              </a:defRPr>
            </a:lvl3pPr>
            <a:lvl4pPr>
              <a:defRPr sz="3450" b="1">
                <a:solidFill>
                  <a:srgbClr val="222B38"/>
                </a:solidFill>
                <a:latin typeface="Malgun Gothic"/>
                <a:ea typeface="Malgun Gothic"/>
                <a:cs typeface="Malgun Gothic"/>
              </a:defRPr>
            </a:lvl4pPr>
            <a:lvl5pPr>
              <a:defRPr sz="3450" b="1">
                <a:solidFill>
                  <a:srgbClr val="222B38"/>
                </a:solidFill>
                <a:latin typeface="Malgun Gothic"/>
                <a:ea typeface="Malgun Gothic"/>
                <a:cs typeface="Malgun Gothic"/>
              </a:defRPr>
            </a:lvl5pPr>
            <a:lvl6pPr>
              <a:defRPr sz="3450" b="1">
                <a:solidFill>
                  <a:srgbClr val="222B38"/>
                </a:solidFill>
                <a:latin typeface="Malgun Gothic"/>
                <a:ea typeface="Malgun Gothic"/>
                <a:cs typeface="Malgun Gothic"/>
              </a:defRPr>
            </a:lvl6pPr>
            <a:lvl7pPr>
              <a:defRPr sz="3450" b="1">
                <a:solidFill>
                  <a:srgbClr val="222B38"/>
                </a:solidFill>
                <a:latin typeface="Malgun Gothic"/>
                <a:ea typeface="Malgun Gothic"/>
                <a:cs typeface="Malgun Gothic"/>
              </a:defRPr>
            </a:lvl7pPr>
            <a:lvl8pPr>
              <a:defRPr sz="3450" b="1">
                <a:solidFill>
                  <a:srgbClr val="222B38"/>
                </a:solidFill>
                <a:latin typeface="Malgun Gothic"/>
                <a:ea typeface="Malgun Gothic"/>
                <a:cs typeface="Malgun Gothic"/>
              </a:defRPr>
            </a:lvl8pPr>
            <a:lvl9pPr>
              <a:defRPr sz="3450" b="1">
                <a:solidFill>
                  <a:srgbClr val="222B38"/>
                </a:solidFill>
                <a:latin typeface="Malgun Gothic"/>
                <a:ea typeface="Malgun Gothic"/>
                <a:cs typeface="Malgun Gothic"/>
              </a:defRPr>
            </a:lvl9pPr>
          </a:lstStyle>
          <a:p xmlns:a="http://schemas.openxmlformats.org/drawingml/2006/main">
            <a:pPr>
              <a:defRPr sz="3450" b="1">
                <a:solidFill>
                  <a:srgbClr val="222B38"/>
                </a:solidFill>
                <a:latin typeface="Malgun Gothic"/>
                <a:ea typeface="Malgun Gothic"/>
                <a:cs typeface="Malgun Gothic"/>
              </a:defRPr>
            </a:pPr>
            <a:r>
              <a:rPr sz="3450" b="1">
                <a:solidFill>
                  <a:srgbClr val="222B38"/>
                </a:solidFill>
                <a:latin typeface="Malgun Gothic"/>
                <a:ea typeface="Malgun Gothic"/>
                <a:cs typeface="Malgun Gothic"/>
              </a:rPr>
              <a:t>다음 논의를 위한 정리</a:t>
            </a:r>
          </a:p>
        </p:txBody>
      </p:sp>
      <p:sp>
        <p:nvSpPr>
          <p:cNvPr id="2" name="subtitle">
            <a:extLst xmlns:a="http://schemas.openxmlformats.org/drawingml/2006/main">
              <a:ext uri="{FF2B5EF4-FFF2-40B4-BE49-F238E27FC236}">
                <a16:creationId xmlns:a16="http://schemas.microsoft.com/office/drawing/2014/main" id="{A54A912C-A39D-4B05-BFEC-09483DE3D276}"/>
              </a:ext>
            </a:extLst>
          </p:cNvPr>
          <p:cNvSpPr>
            <a:spLocks xmlns:a="http://schemas.openxmlformats.org/drawingml/2006/main" noGrp="1"/>
          </p:cNvSpPr>
          <p:nvPr/>
        </p:nvSpPr>
        <p:spPr>
          <a:xfrm xmlns:a="http://schemas.openxmlformats.org/drawingml/2006/main">
            <a:off x="704850" y="1323975"/>
            <a:ext cx="10782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26C79"/>
                </a:solidFill>
                <a:latin typeface="Malgun Gothic"/>
                <a:ea typeface="Malgun Gothic"/>
                <a:cs typeface="Malgun Gothic"/>
              </a:defRPr>
            </a:defPPr>
            <a:lvl1pPr>
              <a:defRPr sz="2025" b="0">
                <a:solidFill>
                  <a:srgbClr val="626C79"/>
                </a:solidFill>
                <a:latin typeface="Malgun Gothic"/>
                <a:ea typeface="Malgun Gothic"/>
                <a:cs typeface="Malgun Gothic"/>
              </a:defRPr>
            </a:lvl1pPr>
            <a:lvl2pPr>
              <a:defRPr sz="2025" b="0">
                <a:solidFill>
                  <a:srgbClr val="626C79"/>
                </a:solidFill>
                <a:latin typeface="Malgun Gothic"/>
                <a:ea typeface="Malgun Gothic"/>
                <a:cs typeface="Malgun Gothic"/>
              </a:defRPr>
            </a:lvl2pPr>
            <a:lvl3pPr>
              <a:defRPr sz="2025" b="0">
                <a:solidFill>
                  <a:srgbClr val="626C79"/>
                </a:solidFill>
                <a:latin typeface="Malgun Gothic"/>
                <a:ea typeface="Malgun Gothic"/>
                <a:cs typeface="Malgun Gothic"/>
              </a:defRPr>
            </a:lvl3pPr>
            <a:lvl4pPr>
              <a:defRPr sz="2025" b="0">
                <a:solidFill>
                  <a:srgbClr val="626C79"/>
                </a:solidFill>
                <a:latin typeface="Malgun Gothic"/>
                <a:ea typeface="Malgun Gothic"/>
                <a:cs typeface="Malgun Gothic"/>
              </a:defRPr>
            </a:lvl4pPr>
            <a:lvl5pPr>
              <a:defRPr sz="2025" b="0">
                <a:solidFill>
                  <a:srgbClr val="626C79"/>
                </a:solidFill>
                <a:latin typeface="Malgun Gothic"/>
                <a:ea typeface="Malgun Gothic"/>
                <a:cs typeface="Malgun Gothic"/>
              </a:defRPr>
            </a:lvl5pPr>
            <a:lvl6pPr>
              <a:defRPr sz="2025" b="0">
                <a:solidFill>
                  <a:srgbClr val="626C79"/>
                </a:solidFill>
                <a:latin typeface="Malgun Gothic"/>
                <a:ea typeface="Malgun Gothic"/>
                <a:cs typeface="Malgun Gothic"/>
              </a:defRPr>
            </a:lvl6pPr>
            <a:lvl7pPr>
              <a:defRPr sz="2025" b="0">
                <a:solidFill>
                  <a:srgbClr val="626C79"/>
                </a:solidFill>
                <a:latin typeface="Malgun Gothic"/>
                <a:ea typeface="Malgun Gothic"/>
                <a:cs typeface="Malgun Gothic"/>
              </a:defRPr>
            </a:lvl7pPr>
            <a:lvl8pPr>
              <a:defRPr sz="2025" b="0">
                <a:solidFill>
                  <a:srgbClr val="626C79"/>
                </a:solidFill>
                <a:latin typeface="Malgun Gothic"/>
                <a:ea typeface="Malgun Gothic"/>
                <a:cs typeface="Malgun Gothic"/>
              </a:defRPr>
            </a:lvl8pPr>
            <a:lvl9pPr>
              <a:defRPr sz="2025" b="0">
                <a:solidFill>
                  <a:srgbClr val="626C79"/>
                </a:solidFill>
                <a:latin typeface="Malgun Gothic"/>
                <a:ea typeface="Malgun Gothic"/>
                <a:cs typeface="Malgun Gothic"/>
              </a:defRPr>
            </a:lvl9pPr>
          </a:lstStyle>
          <a:p xmlns:a="http://schemas.openxmlformats.org/drawingml/2006/main">
            <a:pPr>
              <a:defRPr sz="2025" b="0">
                <a:solidFill>
                  <a:srgbClr val="626C79"/>
                </a:solidFill>
                <a:latin typeface="Malgun Gothic"/>
                <a:ea typeface="Malgun Gothic"/>
                <a:cs typeface="Malgun Gothic"/>
              </a:defRPr>
            </a:pPr>
            <a:r>
              <a:rPr sz="2025" b="0">
                <a:solidFill>
                  <a:srgbClr val="626C79"/>
                </a:solidFill>
                <a:latin typeface="Malgun Gothic"/>
                <a:ea typeface="Malgun Gothic"/>
                <a:cs typeface="Malgun Gothic"/>
              </a:rPr>
              <a:t>이전 게임 구상을 보존하고 현재 기획 기준과 맞춘다</a:t>
            </a:r>
          </a:p>
        </p:txBody>
      </p:sp>
      <p:sp>
        <p:nvSpPr>
          <p:cNvPr id="3" name="footer-rule">
            <a:extLst xmlns:a="http://schemas.openxmlformats.org/drawingml/2006/main">
              <a:ext uri="{FF2B5EF4-FFF2-40B4-BE49-F238E27FC236}">
                <a16:creationId xmlns:a16="http://schemas.microsoft.com/office/drawing/2014/main" id="{6C85D6DF-6B8A-4638-A201-8726F54B8C0D}"/>
              </a:ext>
            </a:extLst>
          </p:cNvPr>
          <p:cNvSpPr>
            <a:spLocks xmlns:a="http://schemas.openxmlformats.org/drawingml/2006/main" noGrp="1"/>
          </p:cNvSpPr>
          <p:nvPr/>
        </p:nvSpPr>
        <p:spPr>
          <a:xfrm xmlns:a="http://schemas.openxmlformats.org/drawingml/2006/main">
            <a:off x="685800" y="6315075"/>
            <a:ext cx="10820400" cy="9525"/>
          </a:xfrm>
          <a:prstGeom xmlns:a="http://schemas.openxmlformats.org/drawingml/2006/main" prst="rect">
            <a:avLst/>
          </a:prstGeom>
          <a:solidFill xmlns:a="http://schemas.openxmlformats.org/drawingml/2006/main">
            <a:srgbClr val="D9DCE1"/>
          </a:solidFill>
          <a:ln xmlns:a="http://schemas.openxmlformats.org/drawingml/2006/main" w="0">
            <a:noFill/>
            <a:prstDash val="solid"/>
          </a:ln>
        </p:spPr>
      </p:sp>
      <p:sp>
        <p:nvSpPr>
          <p:cNvPr id="4" name="footer">
            <a:extLst xmlns:a="http://schemas.openxmlformats.org/drawingml/2006/main">
              <a:ext uri="{FF2B5EF4-FFF2-40B4-BE49-F238E27FC236}">
                <a16:creationId xmlns:a16="http://schemas.microsoft.com/office/drawing/2014/main" id="{7928C2EC-2374-41D1-8303-CDACBE574BA3}"/>
              </a:ext>
            </a:extLst>
          </p:cNvPr>
          <p:cNvSpPr>
            <a:spLocks xmlns:a="http://schemas.openxmlformats.org/drawingml/2006/main" noGrp="1"/>
          </p:cNvSpPr>
          <p:nvPr/>
        </p:nvSpPr>
        <p:spPr>
          <a:xfrm xmlns:a="http://schemas.openxmlformats.org/drawingml/2006/main">
            <a:off x="685800" y="6448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26C79"/>
                </a:solidFill>
                <a:latin typeface="Malgun Gothic"/>
                <a:ea typeface="Malgun Gothic"/>
                <a:cs typeface="Malgun Gothic"/>
              </a:defRPr>
            </a:defPPr>
            <a:lvl1pPr>
              <a:defRPr sz="1200" b="0">
                <a:solidFill>
                  <a:srgbClr val="626C79"/>
                </a:solidFill>
                <a:latin typeface="Malgun Gothic"/>
                <a:ea typeface="Malgun Gothic"/>
                <a:cs typeface="Malgun Gothic"/>
              </a:defRPr>
            </a:lvl1pPr>
            <a:lvl2pPr>
              <a:defRPr sz="1200" b="0">
                <a:solidFill>
                  <a:srgbClr val="626C79"/>
                </a:solidFill>
                <a:latin typeface="Malgun Gothic"/>
                <a:ea typeface="Malgun Gothic"/>
                <a:cs typeface="Malgun Gothic"/>
              </a:defRPr>
            </a:lvl2pPr>
            <a:lvl3pPr>
              <a:defRPr sz="1200" b="0">
                <a:solidFill>
                  <a:srgbClr val="626C79"/>
                </a:solidFill>
                <a:latin typeface="Malgun Gothic"/>
                <a:ea typeface="Malgun Gothic"/>
                <a:cs typeface="Malgun Gothic"/>
              </a:defRPr>
            </a:lvl3pPr>
            <a:lvl4pPr>
              <a:defRPr sz="1200" b="0">
                <a:solidFill>
                  <a:srgbClr val="626C79"/>
                </a:solidFill>
                <a:latin typeface="Malgun Gothic"/>
                <a:ea typeface="Malgun Gothic"/>
                <a:cs typeface="Malgun Gothic"/>
              </a:defRPr>
            </a:lvl4pPr>
            <a:lvl5pPr>
              <a:defRPr sz="1200" b="0">
                <a:solidFill>
                  <a:srgbClr val="626C79"/>
                </a:solidFill>
                <a:latin typeface="Malgun Gothic"/>
                <a:ea typeface="Malgun Gothic"/>
                <a:cs typeface="Malgun Gothic"/>
              </a:defRPr>
            </a:lvl5pPr>
            <a:lvl6pPr>
              <a:defRPr sz="1200" b="0">
                <a:solidFill>
                  <a:srgbClr val="626C79"/>
                </a:solidFill>
                <a:latin typeface="Malgun Gothic"/>
                <a:ea typeface="Malgun Gothic"/>
                <a:cs typeface="Malgun Gothic"/>
              </a:defRPr>
            </a:lvl6pPr>
            <a:lvl7pPr>
              <a:defRPr sz="1200" b="0">
                <a:solidFill>
                  <a:srgbClr val="626C79"/>
                </a:solidFill>
                <a:latin typeface="Malgun Gothic"/>
                <a:ea typeface="Malgun Gothic"/>
                <a:cs typeface="Malgun Gothic"/>
              </a:defRPr>
            </a:lvl7pPr>
            <a:lvl8pPr>
              <a:defRPr sz="1200" b="0">
                <a:solidFill>
                  <a:srgbClr val="626C79"/>
                </a:solidFill>
                <a:latin typeface="Malgun Gothic"/>
                <a:ea typeface="Malgun Gothic"/>
                <a:cs typeface="Malgun Gothic"/>
              </a:defRPr>
            </a:lvl8pPr>
            <a:lvl9pPr>
              <a:defRPr sz="1200" b="0">
                <a:solidFill>
                  <a:srgbClr val="626C79"/>
                </a:solidFill>
                <a:latin typeface="Malgun Gothic"/>
                <a:ea typeface="Malgun Gothic"/>
                <a:cs typeface="Malgun Gothic"/>
              </a:defRPr>
            </a:lvl9pPr>
          </a:lstStyle>
          <a:p xmlns:a="http://schemas.openxmlformats.org/drawingml/2006/main">
            <a:pPr>
              <a:defRPr sz="1200" b="0">
                <a:solidFill>
                  <a:srgbClr val="626C79"/>
                </a:solidFill>
                <a:latin typeface="Malgun Gothic"/>
                <a:ea typeface="Malgun Gothic"/>
                <a:cs typeface="Malgun Gothic"/>
              </a:defRPr>
            </a:pPr>
            <a:r>
              <a:rPr sz="1200" b="0">
                <a:solidFill>
                  <a:srgbClr val="626C79"/>
                </a:solidFill>
                <a:latin typeface="Malgun Gothic"/>
                <a:ea typeface="Malgun Gothic"/>
                <a:cs typeface="Malgun Gothic"/>
              </a:rPr>
              <a:t>RoxHistory  /  초기 상세안 검토 기록</a:t>
            </a:r>
          </a:p>
        </p:txBody>
      </p:sp>
      <p:sp>
        <p:nvSpPr>
          <p:cNvPr id="5" name="page">
            <a:extLst xmlns:a="http://schemas.openxmlformats.org/drawingml/2006/main">
              <a:ext uri="{FF2B5EF4-FFF2-40B4-BE49-F238E27FC236}">
                <a16:creationId xmlns:a16="http://schemas.microsoft.com/office/drawing/2014/main" id="{3335C9A5-D6B4-418F-AFAF-2DCBAABB21C2}"/>
              </a:ext>
            </a:extLst>
          </p:cNvPr>
          <p:cNvSpPr>
            <a:spLocks xmlns:a="http://schemas.openxmlformats.org/drawingml/2006/main" noGrp="1"/>
          </p:cNvSpPr>
          <p:nvPr/>
        </p:nvSpPr>
        <p:spPr>
          <a:xfrm xmlns:a="http://schemas.openxmlformats.org/drawingml/2006/main">
            <a:off x="11049000" y="64198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626C79"/>
                </a:solidFill>
                <a:latin typeface="Malgun Gothic"/>
                <a:ea typeface="Malgun Gothic"/>
                <a:cs typeface="Malgun Gothic"/>
              </a:defRPr>
            </a:defPPr>
            <a:lvl1pPr>
              <a:defRPr sz="1350" b="0">
                <a:solidFill>
                  <a:srgbClr val="626C79"/>
                </a:solidFill>
                <a:latin typeface="Malgun Gothic"/>
                <a:ea typeface="Malgun Gothic"/>
                <a:cs typeface="Malgun Gothic"/>
              </a:defRPr>
            </a:lvl1pPr>
            <a:lvl2pPr>
              <a:defRPr sz="1350" b="0">
                <a:solidFill>
                  <a:srgbClr val="626C79"/>
                </a:solidFill>
                <a:latin typeface="Malgun Gothic"/>
                <a:ea typeface="Malgun Gothic"/>
                <a:cs typeface="Malgun Gothic"/>
              </a:defRPr>
            </a:lvl2pPr>
            <a:lvl3pPr>
              <a:defRPr sz="1350" b="0">
                <a:solidFill>
                  <a:srgbClr val="626C79"/>
                </a:solidFill>
                <a:latin typeface="Malgun Gothic"/>
                <a:ea typeface="Malgun Gothic"/>
                <a:cs typeface="Malgun Gothic"/>
              </a:defRPr>
            </a:lvl3pPr>
            <a:lvl4pPr>
              <a:defRPr sz="1350" b="0">
                <a:solidFill>
                  <a:srgbClr val="626C79"/>
                </a:solidFill>
                <a:latin typeface="Malgun Gothic"/>
                <a:ea typeface="Malgun Gothic"/>
                <a:cs typeface="Malgun Gothic"/>
              </a:defRPr>
            </a:lvl4pPr>
            <a:lvl5pPr>
              <a:defRPr sz="1350" b="0">
                <a:solidFill>
                  <a:srgbClr val="626C79"/>
                </a:solidFill>
                <a:latin typeface="Malgun Gothic"/>
                <a:ea typeface="Malgun Gothic"/>
                <a:cs typeface="Malgun Gothic"/>
              </a:defRPr>
            </a:lvl5pPr>
            <a:lvl6pPr>
              <a:defRPr sz="1350" b="0">
                <a:solidFill>
                  <a:srgbClr val="626C79"/>
                </a:solidFill>
                <a:latin typeface="Malgun Gothic"/>
                <a:ea typeface="Malgun Gothic"/>
                <a:cs typeface="Malgun Gothic"/>
              </a:defRPr>
            </a:lvl6pPr>
            <a:lvl7pPr>
              <a:defRPr sz="1350" b="0">
                <a:solidFill>
                  <a:srgbClr val="626C79"/>
                </a:solidFill>
                <a:latin typeface="Malgun Gothic"/>
                <a:ea typeface="Malgun Gothic"/>
                <a:cs typeface="Malgun Gothic"/>
              </a:defRPr>
            </a:lvl7pPr>
            <a:lvl8pPr>
              <a:defRPr sz="1350" b="0">
                <a:solidFill>
                  <a:srgbClr val="626C79"/>
                </a:solidFill>
                <a:latin typeface="Malgun Gothic"/>
                <a:ea typeface="Malgun Gothic"/>
                <a:cs typeface="Malgun Gothic"/>
              </a:defRPr>
            </a:lvl8pPr>
            <a:lvl9pPr>
              <a:defRPr sz="1350" b="0">
                <a:solidFill>
                  <a:srgbClr val="626C79"/>
                </a:solidFill>
                <a:latin typeface="Malgun Gothic"/>
                <a:ea typeface="Malgun Gothic"/>
                <a:cs typeface="Malgun Gothic"/>
              </a:defRPr>
            </a:lvl9pPr>
          </a:lstStyle>
          <a:p xmlns:a="http://schemas.openxmlformats.org/drawingml/2006/main">
            <a:pPr>
              <a:defRPr sz="1350" b="0">
                <a:solidFill>
                  <a:srgbClr val="626C79"/>
                </a:solidFill>
                <a:latin typeface="Malgun Gothic"/>
                <a:ea typeface="Malgun Gothic"/>
                <a:cs typeface="Malgun Gothic"/>
              </a:defRPr>
            </a:pPr>
            <a:r>
              <a:rPr sz="1350" b="0">
                <a:solidFill>
                  <a:srgbClr val="626C79"/>
                </a:solidFill>
                <a:latin typeface="Malgun Gothic"/>
                <a:ea typeface="Malgun Gothic"/>
                <a:cs typeface="Malgun Gothic"/>
              </a:rPr>
              <a:t>11</a:t>
            </a:r>
          </a:p>
        </p:txBody>
      </p:sp>
      <p:sp>
        <p:nvSpPr>
          <p:cNvPr id="6" name="kept-title">
            <a:extLst xmlns:a="http://schemas.openxmlformats.org/drawingml/2006/main">
              <a:ext uri="{FF2B5EF4-FFF2-40B4-BE49-F238E27FC236}">
                <a16:creationId xmlns:a16="http://schemas.microsoft.com/office/drawing/2014/main" id="{2F52866F-36C2-4D08-8661-54F4C67DADD4}"/>
              </a:ext>
            </a:extLst>
          </p:cNvPr>
          <p:cNvSpPr>
            <a:spLocks xmlns:a="http://schemas.openxmlformats.org/drawingml/2006/main" noGrp="1"/>
          </p:cNvSpPr>
          <p:nvPr/>
        </p:nvSpPr>
        <p:spPr>
          <a:xfrm xmlns:a="http://schemas.openxmlformats.org/drawingml/2006/main">
            <a:off x="685800" y="2200275"/>
            <a:ext cx="5048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1">
                <a:solidFill>
                  <a:srgbClr val="222B38"/>
                </a:solidFill>
                <a:latin typeface="Malgun Gothic"/>
                <a:ea typeface="Malgun Gothic"/>
                <a:cs typeface="Malgun Gothic"/>
              </a:defRPr>
            </a:defPPr>
            <a:lvl1pPr>
              <a:defRPr sz="2550" b="1">
                <a:solidFill>
                  <a:srgbClr val="222B38"/>
                </a:solidFill>
                <a:latin typeface="Malgun Gothic"/>
                <a:ea typeface="Malgun Gothic"/>
                <a:cs typeface="Malgun Gothic"/>
              </a:defRPr>
            </a:lvl1pPr>
            <a:lvl2pPr>
              <a:defRPr sz="2550" b="1">
                <a:solidFill>
                  <a:srgbClr val="222B38"/>
                </a:solidFill>
                <a:latin typeface="Malgun Gothic"/>
                <a:ea typeface="Malgun Gothic"/>
                <a:cs typeface="Malgun Gothic"/>
              </a:defRPr>
            </a:lvl2pPr>
            <a:lvl3pPr>
              <a:defRPr sz="2550" b="1">
                <a:solidFill>
                  <a:srgbClr val="222B38"/>
                </a:solidFill>
                <a:latin typeface="Malgun Gothic"/>
                <a:ea typeface="Malgun Gothic"/>
                <a:cs typeface="Malgun Gothic"/>
              </a:defRPr>
            </a:lvl3pPr>
            <a:lvl4pPr>
              <a:defRPr sz="2550" b="1">
                <a:solidFill>
                  <a:srgbClr val="222B38"/>
                </a:solidFill>
                <a:latin typeface="Malgun Gothic"/>
                <a:ea typeface="Malgun Gothic"/>
                <a:cs typeface="Malgun Gothic"/>
              </a:defRPr>
            </a:lvl4pPr>
            <a:lvl5pPr>
              <a:defRPr sz="2550" b="1">
                <a:solidFill>
                  <a:srgbClr val="222B38"/>
                </a:solidFill>
                <a:latin typeface="Malgun Gothic"/>
                <a:ea typeface="Malgun Gothic"/>
                <a:cs typeface="Malgun Gothic"/>
              </a:defRPr>
            </a:lvl5pPr>
            <a:lvl6pPr>
              <a:defRPr sz="2550" b="1">
                <a:solidFill>
                  <a:srgbClr val="222B38"/>
                </a:solidFill>
                <a:latin typeface="Malgun Gothic"/>
                <a:ea typeface="Malgun Gothic"/>
                <a:cs typeface="Malgun Gothic"/>
              </a:defRPr>
            </a:lvl6pPr>
            <a:lvl7pPr>
              <a:defRPr sz="2550" b="1">
                <a:solidFill>
                  <a:srgbClr val="222B38"/>
                </a:solidFill>
                <a:latin typeface="Malgun Gothic"/>
                <a:ea typeface="Malgun Gothic"/>
                <a:cs typeface="Malgun Gothic"/>
              </a:defRPr>
            </a:lvl7pPr>
            <a:lvl8pPr>
              <a:defRPr sz="2550" b="1">
                <a:solidFill>
                  <a:srgbClr val="222B38"/>
                </a:solidFill>
                <a:latin typeface="Malgun Gothic"/>
                <a:ea typeface="Malgun Gothic"/>
                <a:cs typeface="Malgun Gothic"/>
              </a:defRPr>
            </a:lvl8pPr>
            <a:lvl9pPr>
              <a:defRPr sz="2550" b="1">
                <a:solidFill>
                  <a:srgbClr val="222B38"/>
                </a:solidFill>
                <a:latin typeface="Malgun Gothic"/>
                <a:ea typeface="Malgun Gothic"/>
                <a:cs typeface="Malgun Gothic"/>
              </a:defRPr>
            </a:lvl9pPr>
          </a:lstStyle>
          <a:p xmlns:a="http://schemas.openxmlformats.org/drawingml/2006/main">
            <a:pPr>
              <a:defRPr sz="2550" b="1">
                <a:solidFill>
                  <a:srgbClr val="222B38"/>
                </a:solidFill>
                <a:latin typeface="Malgun Gothic"/>
                <a:ea typeface="Malgun Gothic"/>
                <a:cs typeface="Malgun Gothic"/>
              </a:defRPr>
            </a:pPr>
            <a:r>
              <a:rPr sz="2550" b="1">
                <a:solidFill>
                  <a:srgbClr val="222B38"/>
                </a:solidFill>
                <a:latin typeface="Malgun Gothic"/>
                <a:ea typeface="Malgun Gothic"/>
                <a:cs typeface="Malgun Gothic"/>
              </a:rPr>
              <a:t>보존한 게임 구상</a:t>
            </a:r>
          </a:p>
        </p:txBody>
      </p:sp>
      <p:sp>
        <p:nvSpPr>
          <p:cNvPr id="7" name="next-title">
            <a:extLst xmlns:a="http://schemas.openxmlformats.org/drawingml/2006/main">
              <a:ext uri="{FF2B5EF4-FFF2-40B4-BE49-F238E27FC236}">
                <a16:creationId xmlns:a16="http://schemas.microsoft.com/office/drawing/2014/main" id="{C309500B-EB14-4994-989C-11517D4E733E}"/>
              </a:ext>
            </a:extLst>
          </p:cNvPr>
          <p:cNvSpPr>
            <a:spLocks xmlns:a="http://schemas.openxmlformats.org/drawingml/2006/main" noGrp="1"/>
          </p:cNvSpPr>
          <p:nvPr/>
        </p:nvSpPr>
        <p:spPr>
          <a:xfrm xmlns:a="http://schemas.openxmlformats.org/drawingml/2006/main">
            <a:off x="6477000" y="2200275"/>
            <a:ext cx="502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550" b="1">
                <a:solidFill>
                  <a:srgbClr val="222B38"/>
                </a:solidFill>
                <a:latin typeface="Malgun Gothic"/>
                <a:ea typeface="Malgun Gothic"/>
                <a:cs typeface="Malgun Gothic"/>
              </a:defRPr>
            </a:defPPr>
            <a:lvl1pPr>
              <a:defRPr sz="2550" b="1">
                <a:solidFill>
                  <a:srgbClr val="222B38"/>
                </a:solidFill>
                <a:latin typeface="Malgun Gothic"/>
                <a:ea typeface="Malgun Gothic"/>
                <a:cs typeface="Malgun Gothic"/>
              </a:defRPr>
            </a:lvl1pPr>
            <a:lvl2pPr>
              <a:defRPr sz="2550" b="1">
                <a:solidFill>
                  <a:srgbClr val="222B38"/>
                </a:solidFill>
                <a:latin typeface="Malgun Gothic"/>
                <a:ea typeface="Malgun Gothic"/>
                <a:cs typeface="Malgun Gothic"/>
              </a:defRPr>
            </a:lvl2pPr>
            <a:lvl3pPr>
              <a:defRPr sz="2550" b="1">
                <a:solidFill>
                  <a:srgbClr val="222B38"/>
                </a:solidFill>
                <a:latin typeface="Malgun Gothic"/>
                <a:ea typeface="Malgun Gothic"/>
                <a:cs typeface="Malgun Gothic"/>
              </a:defRPr>
            </a:lvl3pPr>
            <a:lvl4pPr>
              <a:defRPr sz="2550" b="1">
                <a:solidFill>
                  <a:srgbClr val="222B38"/>
                </a:solidFill>
                <a:latin typeface="Malgun Gothic"/>
                <a:ea typeface="Malgun Gothic"/>
                <a:cs typeface="Malgun Gothic"/>
              </a:defRPr>
            </a:lvl4pPr>
            <a:lvl5pPr>
              <a:defRPr sz="2550" b="1">
                <a:solidFill>
                  <a:srgbClr val="222B38"/>
                </a:solidFill>
                <a:latin typeface="Malgun Gothic"/>
                <a:ea typeface="Malgun Gothic"/>
                <a:cs typeface="Malgun Gothic"/>
              </a:defRPr>
            </a:lvl5pPr>
            <a:lvl6pPr>
              <a:defRPr sz="2550" b="1">
                <a:solidFill>
                  <a:srgbClr val="222B38"/>
                </a:solidFill>
                <a:latin typeface="Malgun Gothic"/>
                <a:ea typeface="Malgun Gothic"/>
                <a:cs typeface="Malgun Gothic"/>
              </a:defRPr>
            </a:lvl6pPr>
            <a:lvl7pPr>
              <a:defRPr sz="2550" b="1">
                <a:solidFill>
                  <a:srgbClr val="222B38"/>
                </a:solidFill>
                <a:latin typeface="Malgun Gothic"/>
                <a:ea typeface="Malgun Gothic"/>
                <a:cs typeface="Malgun Gothic"/>
              </a:defRPr>
            </a:lvl7pPr>
            <a:lvl8pPr>
              <a:defRPr sz="2550" b="1">
                <a:solidFill>
                  <a:srgbClr val="222B38"/>
                </a:solidFill>
                <a:latin typeface="Malgun Gothic"/>
                <a:ea typeface="Malgun Gothic"/>
                <a:cs typeface="Malgun Gothic"/>
              </a:defRPr>
            </a:lvl8pPr>
            <a:lvl9pPr>
              <a:defRPr sz="2550" b="1">
                <a:solidFill>
                  <a:srgbClr val="222B38"/>
                </a:solidFill>
                <a:latin typeface="Malgun Gothic"/>
                <a:ea typeface="Malgun Gothic"/>
                <a:cs typeface="Malgun Gothic"/>
              </a:defRPr>
            </a:lvl9pPr>
          </a:lstStyle>
          <a:p xmlns:a="http://schemas.openxmlformats.org/drawingml/2006/main">
            <a:pPr>
              <a:defRPr sz="2550" b="1">
                <a:solidFill>
                  <a:srgbClr val="222B38"/>
                </a:solidFill>
                <a:latin typeface="Malgun Gothic"/>
                <a:ea typeface="Malgun Gothic"/>
                <a:cs typeface="Malgun Gothic"/>
              </a:defRPr>
            </a:pPr>
            <a:r>
              <a:rPr sz="2550" b="1">
                <a:solidFill>
                  <a:srgbClr val="222B38"/>
                </a:solidFill>
                <a:latin typeface="Malgun Gothic"/>
                <a:ea typeface="Malgun Gothic"/>
                <a:cs typeface="Malgun Gothic"/>
              </a:rPr>
              <a:t>다음에 결정할 내용</a:t>
            </a:r>
          </a:p>
        </p:txBody>
      </p:sp>
      <p:sp>
        <p:nvSpPr>
          <p:cNvPr id="8" name="kept-0">
            <a:extLst xmlns:a="http://schemas.openxmlformats.org/drawingml/2006/main">
              <a:ext uri="{FF2B5EF4-FFF2-40B4-BE49-F238E27FC236}">
                <a16:creationId xmlns:a16="http://schemas.microsoft.com/office/drawing/2014/main" id="{7478A393-40B2-4A2C-A281-C8C4F0BFEB09}"/>
              </a:ext>
            </a:extLst>
          </p:cNvPr>
          <p:cNvSpPr>
            <a:spLocks xmlns:a="http://schemas.openxmlformats.org/drawingml/2006/main" noGrp="1"/>
          </p:cNvSpPr>
          <p:nvPr/>
        </p:nvSpPr>
        <p:spPr>
          <a:xfrm xmlns:a="http://schemas.openxmlformats.org/drawingml/2006/main">
            <a:off x="685800" y="3028950"/>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성장과 생존의 재미</a:t>
            </a:r>
          </a:p>
        </p:txBody>
      </p:sp>
      <p:sp>
        <p:nvSpPr>
          <p:cNvPr id="9" name="kept-1">
            <a:extLst xmlns:a="http://schemas.openxmlformats.org/drawingml/2006/main">
              <a:ext uri="{FF2B5EF4-FFF2-40B4-BE49-F238E27FC236}">
                <a16:creationId xmlns:a16="http://schemas.microsoft.com/office/drawing/2014/main" id="{D72AEC22-920F-4F1D-BEF5-9E176397906B}"/>
              </a:ext>
            </a:extLst>
          </p:cNvPr>
          <p:cNvSpPr>
            <a:spLocks xmlns:a="http://schemas.openxmlformats.org/drawingml/2006/main" noGrp="1"/>
          </p:cNvSpPr>
          <p:nvPr/>
        </p:nvSpPr>
        <p:spPr>
          <a:xfrm xmlns:a="http://schemas.openxmlformats.org/drawingml/2006/main">
            <a:off x="685800" y="3533775"/>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세 가지 지역 시작 경로</a:t>
            </a:r>
          </a:p>
        </p:txBody>
      </p:sp>
      <p:sp>
        <p:nvSpPr>
          <p:cNvPr id="10" name="kept-2">
            <a:extLst xmlns:a="http://schemas.openxmlformats.org/drawingml/2006/main">
              <a:ext uri="{FF2B5EF4-FFF2-40B4-BE49-F238E27FC236}">
                <a16:creationId xmlns:a16="http://schemas.microsoft.com/office/drawing/2014/main" id="{10F9931D-1B10-4EA5-9BB7-0A161DB5CE2D}"/>
              </a:ext>
            </a:extLst>
          </p:cNvPr>
          <p:cNvSpPr>
            <a:spLocks xmlns:a="http://schemas.openxmlformats.org/drawingml/2006/main" noGrp="1"/>
          </p:cNvSpPr>
          <p:nvPr/>
        </p:nvSpPr>
        <p:spPr>
          <a:xfrm xmlns:a="http://schemas.openxmlformats.org/drawingml/2006/main">
            <a:off x="685800" y="4038600"/>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변화하는 지도와 공통 사건</a:t>
            </a:r>
          </a:p>
        </p:txBody>
      </p:sp>
      <p:sp>
        <p:nvSpPr>
          <p:cNvPr id="11" name="kept-3">
            <a:extLst xmlns:a="http://schemas.openxmlformats.org/drawingml/2006/main">
              <a:ext uri="{FF2B5EF4-FFF2-40B4-BE49-F238E27FC236}">
                <a16:creationId xmlns:a16="http://schemas.microsoft.com/office/drawing/2014/main" id="{43985846-91D6-4848-8314-192ACB2E8D30}"/>
              </a:ext>
            </a:extLst>
          </p:cNvPr>
          <p:cNvSpPr>
            <a:spLocks xmlns:a="http://schemas.openxmlformats.org/drawingml/2006/main" noGrp="1"/>
          </p:cNvSpPr>
          <p:nvPr/>
        </p:nvSpPr>
        <p:spPr>
          <a:xfrm xmlns:a="http://schemas.openxmlformats.org/drawingml/2006/main">
            <a:off x="685800" y="4543425"/>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주요 시대 전환과 성과 계승</a:t>
            </a:r>
          </a:p>
        </p:txBody>
      </p:sp>
      <p:sp>
        <p:nvSpPr>
          <p:cNvPr id="12" name="next-0">
            <a:extLst xmlns:a="http://schemas.openxmlformats.org/drawingml/2006/main">
              <a:ext uri="{FF2B5EF4-FFF2-40B4-BE49-F238E27FC236}">
                <a16:creationId xmlns:a16="http://schemas.microsoft.com/office/drawing/2014/main" id="{3CD83183-5213-41E1-A531-FBDF19295861}"/>
              </a:ext>
            </a:extLst>
          </p:cNvPr>
          <p:cNvSpPr>
            <a:spLocks xmlns:a="http://schemas.openxmlformats.org/drawingml/2006/main" noGrp="1"/>
          </p:cNvSpPr>
          <p:nvPr/>
        </p:nvSpPr>
        <p:spPr>
          <a:xfrm xmlns:a="http://schemas.openxmlformats.org/drawingml/2006/main">
            <a:off x="6477000" y="302895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정확한 시작 지역과 시점</a:t>
            </a:r>
          </a:p>
        </p:txBody>
      </p:sp>
      <p:sp>
        <p:nvSpPr>
          <p:cNvPr id="13" name="next-1">
            <a:extLst xmlns:a="http://schemas.openxmlformats.org/drawingml/2006/main">
              <a:ext uri="{FF2B5EF4-FFF2-40B4-BE49-F238E27FC236}">
                <a16:creationId xmlns:a16="http://schemas.microsoft.com/office/drawing/2014/main" id="{3FBE5B57-08FB-446C-A1AC-AB269FCCDF43}"/>
              </a:ext>
            </a:extLst>
          </p:cNvPr>
          <p:cNvSpPr>
            <a:spLocks xmlns:a="http://schemas.openxmlformats.org/drawingml/2006/main" noGrp="1"/>
          </p:cNvSpPr>
          <p:nvPr/>
        </p:nvSpPr>
        <p:spPr>
          <a:xfrm xmlns:a="http://schemas.openxmlformats.org/drawingml/2006/main">
            <a:off x="6477000" y="3533775"/>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역할, 계승 규칙과 장 목록</a:t>
            </a:r>
          </a:p>
        </p:txBody>
      </p:sp>
      <p:sp>
        <p:nvSpPr>
          <p:cNvPr id="14" name="next-2">
            <a:extLst xmlns:a="http://schemas.openxmlformats.org/drawingml/2006/main">
              <a:ext uri="{FF2B5EF4-FFF2-40B4-BE49-F238E27FC236}">
                <a16:creationId xmlns:a16="http://schemas.microsoft.com/office/drawing/2014/main" id="{ED161C59-0B38-421F-8BBB-59F094B61CD4}"/>
              </a:ext>
            </a:extLst>
          </p:cNvPr>
          <p:cNvSpPr>
            <a:spLocks xmlns:a="http://schemas.openxmlformats.org/drawingml/2006/main" noGrp="1"/>
          </p:cNvSpPr>
          <p:nvPr/>
        </p:nvSpPr>
        <p:spPr>
          <a:xfrm xmlns:a="http://schemas.openxmlformats.org/drawingml/2006/main">
            <a:off x="6477000" y="40386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2.5D 스타일과 전투의 느낌</a:t>
            </a:r>
          </a:p>
        </p:txBody>
      </p:sp>
      <p:sp>
        <p:nvSpPr>
          <p:cNvPr id="15" name="next-3">
            <a:extLst xmlns:a="http://schemas.openxmlformats.org/drawingml/2006/main">
              <a:ext uri="{FF2B5EF4-FFF2-40B4-BE49-F238E27FC236}">
                <a16:creationId xmlns:a16="http://schemas.microsoft.com/office/drawing/2014/main" id="{A30482FC-D84D-43E9-90B7-DAD40AD1507A}"/>
              </a:ext>
            </a:extLst>
          </p:cNvPr>
          <p:cNvSpPr>
            <a:spLocks xmlns:a="http://schemas.openxmlformats.org/drawingml/2006/main" noGrp="1"/>
          </p:cNvSpPr>
          <p:nvPr/>
        </p:nvSpPr>
        <p:spPr>
          <a:xfrm xmlns:a="http://schemas.openxmlformats.org/drawingml/2006/main">
            <a:off x="6477000" y="4543425"/>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222B38"/>
                </a:solidFill>
                <a:latin typeface="Malgun Gothic"/>
                <a:ea typeface="Malgun Gothic"/>
                <a:cs typeface="Malgun Gothic"/>
              </a:defRPr>
            </a:defPPr>
            <a:lvl1pPr>
              <a:defRPr sz="2025" b="0">
                <a:solidFill>
                  <a:srgbClr val="222B38"/>
                </a:solidFill>
                <a:latin typeface="Malgun Gothic"/>
                <a:ea typeface="Malgun Gothic"/>
                <a:cs typeface="Malgun Gothic"/>
              </a:defRPr>
            </a:lvl1pPr>
            <a:lvl2pPr>
              <a:defRPr sz="2025" b="0">
                <a:solidFill>
                  <a:srgbClr val="222B38"/>
                </a:solidFill>
                <a:latin typeface="Malgun Gothic"/>
                <a:ea typeface="Malgun Gothic"/>
                <a:cs typeface="Malgun Gothic"/>
              </a:defRPr>
            </a:lvl2pPr>
            <a:lvl3pPr>
              <a:defRPr sz="2025" b="0">
                <a:solidFill>
                  <a:srgbClr val="222B38"/>
                </a:solidFill>
                <a:latin typeface="Malgun Gothic"/>
                <a:ea typeface="Malgun Gothic"/>
                <a:cs typeface="Malgun Gothic"/>
              </a:defRPr>
            </a:lvl3pPr>
            <a:lvl4pPr>
              <a:defRPr sz="2025" b="0">
                <a:solidFill>
                  <a:srgbClr val="222B38"/>
                </a:solidFill>
                <a:latin typeface="Malgun Gothic"/>
                <a:ea typeface="Malgun Gothic"/>
                <a:cs typeface="Malgun Gothic"/>
              </a:defRPr>
            </a:lvl4pPr>
            <a:lvl5pPr>
              <a:defRPr sz="2025" b="0">
                <a:solidFill>
                  <a:srgbClr val="222B38"/>
                </a:solidFill>
                <a:latin typeface="Malgun Gothic"/>
                <a:ea typeface="Malgun Gothic"/>
                <a:cs typeface="Malgun Gothic"/>
              </a:defRPr>
            </a:lvl5pPr>
            <a:lvl6pPr>
              <a:defRPr sz="2025" b="0">
                <a:solidFill>
                  <a:srgbClr val="222B38"/>
                </a:solidFill>
                <a:latin typeface="Malgun Gothic"/>
                <a:ea typeface="Malgun Gothic"/>
                <a:cs typeface="Malgun Gothic"/>
              </a:defRPr>
            </a:lvl6pPr>
            <a:lvl7pPr>
              <a:defRPr sz="2025" b="0">
                <a:solidFill>
                  <a:srgbClr val="222B38"/>
                </a:solidFill>
                <a:latin typeface="Malgun Gothic"/>
                <a:ea typeface="Malgun Gothic"/>
                <a:cs typeface="Malgun Gothic"/>
              </a:defRPr>
            </a:lvl7pPr>
            <a:lvl8pPr>
              <a:defRPr sz="2025" b="0">
                <a:solidFill>
                  <a:srgbClr val="222B38"/>
                </a:solidFill>
                <a:latin typeface="Malgun Gothic"/>
                <a:ea typeface="Malgun Gothic"/>
                <a:cs typeface="Malgun Gothic"/>
              </a:defRPr>
            </a:lvl8pPr>
            <a:lvl9pPr>
              <a:defRPr sz="2025" b="0">
                <a:solidFill>
                  <a:srgbClr val="222B38"/>
                </a:solidFill>
                <a:latin typeface="Malgun Gothic"/>
                <a:ea typeface="Malgun Gothic"/>
                <a:cs typeface="Malgun Gothic"/>
              </a:defRPr>
            </a:lvl9pPr>
          </a:lstStyle>
          <a:p xmlns:a="http://schemas.openxmlformats.org/drawingml/2006/main">
            <a:pPr>
              <a:defRPr sz="2025" b="0">
                <a:solidFill>
                  <a:srgbClr val="222B38"/>
                </a:solidFill>
                <a:latin typeface="Malgun Gothic"/>
                <a:ea typeface="Malgun Gothic"/>
                <a:cs typeface="Malgun Gothic"/>
              </a:defRPr>
            </a:pPr>
            <a:r>
              <a:rPr sz="2025" b="0">
                <a:solidFill>
                  <a:srgbClr val="222B38"/>
                </a:solidFill>
                <a:latin typeface="Malgun Gothic"/>
                <a:ea typeface="Malgun Gothic"/>
                <a:cs typeface="Malgun Gothic"/>
              </a:rPr>
              <a:t>엔진, 저장과 서버 구성</a:t>
            </a:r>
          </a:p>
        </p:txBody>
      </p:sp>
      <p:sp>
        <p:nvSpPr>
          <p:cNvPr id="16" name="figma-next">
            <a:extLst xmlns:a="http://schemas.openxmlformats.org/drawingml/2006/main">
              <a:ext uri="{FF2B5EF4-FFF2-40B4-BE49-F238E27FC236}">
                <a16:creationId xmlns:a16="http://schemas.microsoft.com/office/drawing/2014/main" id="{B663EA1A-DAB9-4F6E-87FD-B6CCD1540A08}"/>
              </a:ext>
            </a:extLst>
          </p:cNvPr>
          <p:cNvSpPr>
            <a:spLocks xmlns:a="http://schemas.openxmlformats.org/drawingml/2006/main" noGrp="1"/>
          </p:cNvSpPr>
          <p:nvPr/>
        </p:nvSpPr>
        <p:spPr>
          <a:xfrm xmlns:a="http://schemas.openxmlformats.org/drawingml/2006/main">
            <a:off x="685800" y="5286375"/>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BA563E"/>
                </a:solidFill>
                <a:latin typeface="Malgun Gothic"/>
                <a:ea typeface="Malgun Gothic"/>
                <a:cs typeface="Malgun Gothic"/>
              </a:defRPr>
            </a:defPPr>
            <a:lvl1pPr>
              <a:defRPr sz="2175" b="1">
                <a:solidFill>
                  <a:srgbClr val="BA563E"/>
                </a:solidFill>
                <a:latin typeface="Malgun Gothic"/>
                <a:ea typeface="Malgun Gothic"/>
                <a:cs typeface="Malgun Gothic"/>
              </a:defRPr>
            </a:lvl1pPr>
            <a:lvl2pPr>
              <a:defRPr sz="2175" b="1">
                <a:solidFill>
                  <a:srgbClr val="BA563E"/>
                </a:solidFill>
                <a:latin typeface="Malgun Gothic"/>
                <a:ea typeface="Malgun Gothic"/>
                <a:cs typeface="Malgun Gothic"/>
              </a:defRPr>
            </a:lvl2pPr>
            <a:lvl3pPr>
              <a:defRPr sz="2175" b="1">
                <a:solidFill>
                  <a:srgbClr val="BA563E"/>
                </a:solidFill>
                <a:latin typeface="Malgun Gothic"/>
                <a:ea typeface="Malgun Gothic"/>
                <a:cs typeface="Malgun Gothic"/>
              </a:defRPr>
            </a:lvl3pPr>
            <a:lvl4pPr>
              <a:defRPr sz="2175" b="1">
                <a:solidFill>
                  <a:srgbClr val="BA563E"/>
                </a:solidFill>
                <a:latin typeface="Malgun Gothic"/>
                <a:ea typeface="Malgun Gothic"/>
                <a:cs typeface="Malgun Gothic"/>
              </a:defRPr>
            </a:lvl4pPr>
            <a:lvl5pPr>
              <a:defRPr sz="2175" b="1">
                <a:solidFill>
                  <a:srgbClr val="BA563E"/>
                </a:solidFill>
                <a:latin typeface="Malgun Gothic"/>
                <a:ea typeface="Malgun Gothic"/>
                <a:cs typeface="Malgun Gothic"/>
              </a:defRPr>
            </a:lvl5pPr>
            <a:lvl6pPr>
              <a:defRPr sz="2175" b="1">
                <a:solidFill>
                  <a:srgbClr val="BA563E"/>
                </a:solidFill>
                <a:latin typeface="Malgun Gothic"/>
                <a:ea typeface="Malgun Gothic"/>
                <a:cs typeface="Malgun Gothic"/>
              </a:defRPr>
            </a:lvl6pPr>
            <a:lvl7pPr>
              <a:defRPr sz="2175" b="1">
                <a:solidFill>
                  <a:srgbClr val="BA563E"/>
                </a:solidFill>
                <a:latin typeface="Malgun Gothic"/>
                <a:ea typeface="Malgun Gothic"/>
                <a:cs typeface="Malgun Gothic"/>
              </a:defRPr>
            </a:lvl7pPr>
            <a:lvl8pPr>
              <a:defRPr sz="2175" b="1">
                <a:solidFill>
                  <a:srgbClr val="BA563E"/>
                </a:solidFill>
                <a:latin typeface="Malgun Gothic"/>
                <a:ea typeface="Malgun Gothic"/>
                <a:cs typeface="Malgun Gothic"/>
              </a:defRPr>
            </a:lvl8pPr>
            <a:lvl9pPr>
              <a:defRPr sz="2175" b="1">
                <a:solidFill>
                  <a:srgbClr val="BA563E"/>
                </a:solidFill>
                <a:latin typeface="Malgun Gothic"/>
                <a:ea typeface="Malgun Gothic"/>
                <a:cs typeface="Malgun Gothic"/>
              </a:defRPr>
            </a:lvl9pPr>
          </a:lstStyle>
          <a:p xmlns:a="http://schemas.openxmlformats.org/drawingml/2006/main">
            <a:pPr>
              <a:defRPr sz="2175" b="1">
                <a:solidFill>
                  <a:srgbClr val="BA563E"/>
                </a:solidFill>
                <a:latin typeface="Malgun Gothic"/>
                <a:ea typeface="Malgun Gothic"/>
                <a:cs typeface="Malgun Gothic"/>
              </a:defRPr>
            </a:pPr>
            <a:r>
              <a:rPr sz="2175" b="1">
                <a:solidFill>
                  <a:srgbClr val="BA563E"/>
                </a:solidFill>
                <a:latin typeface="Malgun Gothic"/>
                <a:ea typeface="Malgun Gothic"/>
                <a:cs typeface="Malgun Gothic"/>
              </a:rPr>
              <a:t>다음 Figma 검토</a:t>
            </a:r>
          </a:p>
        </p:txBody>
      </p:sp>
      <p:sp>
        <p:nvSpPr>
          <p:cNvPr id="17" name="figma-scope">
            <a:extLst xmlns:a="http://schemas.openxmlformats.org/drawingml/2006/main">
              <a:ext uri="{FF2B5EF4-FFF2-40B4-BE49-F238E27FC236}">
                <a16:creationId xmlns:a16="http://schemas.microsoft.com/office/drawing/2014/main" id="{65436E0A-3524-42BE-9C61-2AA7B755F5BC}"/>
              </a:ext>
            </a:extLst>
          </p:cNvPr>
          <p:cNvSpPr>
            <a:spLocks xmlns:a="http://schemas.openxmlformats.org/drawingml/2006/main" noGrp="1"/>
          </p:cNvSpPr>
          <p:nvPr/>
        </p:nvSpPr>
        <p:spPr>
          <a:xfrm xmlns:a="http://schemas.openxmlformats.org/drawingml/2006/main">
            <a:off x="685800" y="5781675"/>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626C79"/>
                </a:solidFill>
                <a:latin typeface="Malgun Gothic"/>
                <a:ea typeface="Malgun Gothic"/>
                <a:cs typeface="Malgun Gothic"/>
              </a:defRPr>
            </a:defPPr>
            <a:lvl1pPr>
              <a:defRPr sz="1800" b="0">
                <a:solidFill>
                  <a:srgbClr val="626C79"/>
                </a:solidFill>
                <a:latin typeface="Malgun Gothic"/>
                <a:ea typeface="Malgun Gothic"/>
                <a:cs typeface="Malgun Gothic"/>
              </a:defRPr>
            </a:lvl1pPr>
            <a:lvl2pPr>
              <a:defRPr sz="1800" b="0">
                <a:solidFill>
                  <a:srgbClr val="626C79"/>
                </a:solidFill>
                <a:latin typeface="Malgun Gothic"/>
                <a:ea typeface="Malgun Gothic"/>
                <a:cs typeface="Malgun Gothic"/>
              </a:defRPr>
            </a:lvl2pPr>
            <a:lvl3pPr>
              <a:defRPr sz="1800" b="0">
                <a:solidFill>
                  <a:srgbClr val="626C79"/>
                </a:solidFill>
                <a:latin typeface="Malgun Gothic"/>
                <a:ea typeface="Malgun Gothic"/>
                <a:cs typeface="Malgun Gothic"/>
              </a:defRPr>
            </a:lvl3pPr>
            <a:lvl4pPr>
              <a:defRPr sz="1800" b="0">
                <a:solidFill>
                  <a:srgbClr val="626C79"/>
                </a:solidFill>
                <a:latin typeface="Malgun Gothic"/>
                <a:ea typeface="Malgun Gothic"/>
                <a:cs typeface="Malgun Gothic"/>
              </a:defRPr>
            </a:lvl4pPr>
            <a:lvl5pPr>
              <a:defRPr sz="1800" b="0">
                <a:solidFill>
                  <a:srgbClr val="626C79"/>
                </a:solidFill>
                <a:latin typeface="Malgun Gothic"/>
                <a:ea typeface="Malgun Gothic"/>
                <a:cs typeface="Malgun Gothic"/>
              </a:defRPr>
            </a:lvl5pPr>
            <a:lvl6pPr>
              <a:defRPr sz="1800" b="0">
                <a:solidFill>
                  <a:srgbClr val="626C79"/>
                </a:solidFill>
                <a:latin typeface="Malgun Gothic"/>
                <a:ea typeface="Malgun Gothic"/>
                <a:cs typeface="Malgun Gothic"/>
              </a:defRPr>
            </a:lvl6pPr>
            <a:lvl7pPr>
              <a:defRPr sz="1800" b="0">
                <a:solidFill>
                  <a:srgbClr val="626C79"/>
                </a:solidFill>
                <a:latin typeface="Malgun Gothic"/>
                <a:ea typeface="Malgun Gothic"/>
                <a:cs typeface="Malgun Gothic"/>
              </a:defRPr>
            </a:lvl7pPr>
            <a:lvl8pPr>
              <a:defRPr sz="1800" b="0">
                <a:solidFill>
                  <a:srgbClr val="626C79"/>
                </a:solidFill>
                <a:latin typeface="Malgun Gothic"/>
                <a:ea typeface="Malgun Gothic"/>
                <a:cs typeface="Malgun Gothic"/>
              </a:defRPr>
            </a:lvl8pPr>
            <a:lvl9pPr>
              <a:defRPr sz="1800" b="0">
                <a:solidFill>
                  <a:srgbClr val="626C79"/>
                </a:solidFill>
                <a:latin typeface="Malgun Gothic"/>
                <a:ea typeface="Malgun Gothic"/>
                <a:cs typeface="Malgun Gothic"/>
              </a:defRPr>
            </a:lvl9pPr>
          </a:lstStyle>
          <a:p xmlns:a="http://schemas.openxmlformats.org/drawingml/2006/main">
            <a:pPr>
              <a:defRPr sz="1800" b="0">
                <a:solidFill>
                  <a:srgbClr val="626C79"/>
                </a:solidFill>
                <a:latin typeface="Malgun Gothic"/>
                <a:ea typeface="Malgun Gothic"/>
                <a:cs typeface="Malgun Gothic"/>
              </a:defRPr>
            </a:pPr>
            <a:r>
              <a:rPr sz="1800" b="0">
                <a:solidFill>
                  <a:srgbClr val="626C79"/>
                </a:solidFill>
                <a:latin typeface="Malgun Gothic"/>
                <a:ea typeface="Malgun Gothic"/>
                <a:cs typeface="Malgun Gothic"/>
              </a:rPr>
              <a:t>전체 지도, 지역 선택, 확대 흐름, 재미 중심 플레이 화면</a:t>
            </a:r>
          </a:p>
        </p:txBody>
      </p:sp>
    </p:spTree>
    <p:extLst>
      <p:ext uri="{BB962C8B-B14F-4D97-AF65-F5344CB8AC3E}">
        <p14:creationId xmlns:p14="http://schemas.microsoft.com/office/powerpoint/2010/main" val="1144052208"/>
      </p:ext>
    </p:extLst>
  </p:cSld>
</p:sld>
</file>

<file path=ppt/slides/slide11.xml><?xml version="1.0" encoding="utf-8"?>
<p:sld xmlns:p="http://schemas.openxmlformats.org/presentationml/2006/main" xmlns:a="http://schemas.openxmlformats.org/drawingml/2006/main" xmlns:r="http://schemas.openxmlformats.org/officeDocument/2006/relationships">
  <p:cSld name="1안 기반 비주얼 보강 시안">
    <p:bg>
      <p:bgPr>
        <a:solidFill>
          <a:srgbClr val="FCFBF8"/>
        </a:solidFill>
        <a:effectLst/>
      </p:bgPr>
    </p:bg>
    <p:spTree>
      <p:nvGrpSpPr>
        <p:cNvPr id="1" name=""/>
        <p:cNvGrpSpPr/>
        <p:nvPr/>
      </p:nvGrpSpPr>
      <p:grpSpPr>
        <a:xfrm>
          <a:off x="0" y="0"/>
          <a:ext cx="0" cy="0"/>
          <a:chOff x="0" y="0"/>
          <a:chExt cx="0" cy="0"/>
        </a:xfrm>
      </p:grpSpPr>
      <p:sp>
        <p:nvSpPr>
          <p:cNvPr id="2" name="title"/>
          <p:cNvSpPr txBox="1"/>
          <p:nvPr/>
        </p:nvSpPr>
        <p:spPr>
          <a:xfrm>
            <a:off x="685800" y="266700"/>
            <a:ext cx="10820400" cy="590550"/>
          </a:xfrm>
          <a:prstGeom prst="rect">
            <a:avLst/>
          </a:prstGeom>
          <a:noFill/>
          <a:ln>
            <a:noFill/>
          </a:ln>
        </p:spPr>
        <p:txBody>
          <a:bodyPr wrap="square" lIns="0" rIns="0" tIns="0" bIns="0" anchor="t"/>
          <a:lstStyle/>
          <a:p>
            <a:r>
              <a:rPr lang="ko-KR" sz="3150" b="1">
                <a:solidFill>
                  <a:srgbClr val="222B38"/>
                </a:solidFill>
                <a:latin typeface="Malgun Gothic"/>
                <a:ea typeface="Malgun Gothic"/>
              </a:rPr>
              <a:t>1안 기반 비주얼 보강 시안</a:t>
            </a:r>
            <a:endParaRPr lang="ko-KR" sz="3150"/>
          </a:p>
        </p:txBody>
      </p:sp>
      <p:pic>
        <p:nvPicPr>
          <p:cNvPr id="3" name="visual-direction-1-enhanced" descr="1안을 기준으로 자연광, 배경 깊이, 재질과 사냥 동작을 보강한 검토용 생성 이미지"/>
          <p:cNvPicPr>
            <a:picLocks noChangeAspect="1"/>
          </p:cNvPicPr>
          <p:nvPr/>
        </p:nvPicPr>
        <p:blipFill>
          <a:blip r:embed="rIdConceptImage"/>
          <a:stretch>
            <a:fillRect/>
          </a:stretch>
        </p:blipFill>
        <p:spPr>
          <a:xfrm>
            <a:off x="1695673" y="933450"/>
            <a:ext cx="8800655" cy="4953000"/>
          </a:xfrm>
          <a:prstGeom prst="rect">
            <a:avLst/>
          </a:prstGeom>
        </p:spPr>
      </p:pic>
      <p:sp>
        <p:nvSpPr>
          <p:cNvPr id="4" name="concept-disclosure"/>
          <p:cNvSpPr txBox="1"/>
          <p:nvPr/>
        </p:nvSpPr>
        <p:spPr>
          <a:xfrm>
            <a:off x="685800" y="5981700"/>
            <a:ext cx="10820400" cy="285750"/>
          </a:xfrm>
          <a:prstGeom prst="rect">
            <a:avLst/>
          </a:prstGeom>
          <a:noFill/>
          <a:ln>
            <a:noFill/>
          </a:ln>
        </p:spPr>
        <p:txBody>
          <a:bodyPr wrap="square" lIns="0" rIns="0" tIns="0" bIns="0" anchor="t"/>
          <a:lstStyle/>
          <a:p>
            <a:r>
              <a:rPr lang="ko-KR" sz="1500">
                <a:solidFill>
                  <a:srgbClr val="626C79"/>
                </a:solidFill>
                <a:latin typeface="Malgun Gothic"/>
                <a:ea typeface="Malgun Gothic"/>
              </a:rPr>
              <a:t>검토용 생성 이미지 · 자연광, 배경 깊이, 사냥 동작 보강</a:t>
            </a:r>
            <a:endParaRPr lang="ko-KR" sz="1500"/>
          </a:p>
        </p:txBody>
      </p:sp>
      <p:sp>
        <p:nvSpPr>
          <p:cNvPr id="5" name="footer"/>
          <p:cNvSpPr txBox="1"/>
          <p:nvPr/>
        </p:nvSpPr>
        <p:spPr>
          <a:xfrm>
            <a:off x="685800" y="6448425"/>
            <a:ext cx="9525000" cy="247650"/>
          </a:xfrm>
          <a:prstGeom prst="rect">
            <a:avLst/>
          </a:prstGeom>
          <a:noFill/>
          <a:ln>
            <a:noFill/>
          </a:ln>
        </p:spPr>
        <p:txBody>
          <a:bodyPr wrap="square" lIns="0" rIns="0" tIns="0" bIns="0" anchor="t"/>
          <a:lstStyle/>
          <a:p>
            <a:r>
              <a:rPr lang="ko-KR" sz="1200">
                <a:solidFill>
                  <a:srgbClr val="626C79"/>
                </a:solidFill>
                <a:latin typeface="Malgun Gothic"/>
                <a:ea typeface="Malgun Gothic"/>
              </a:rPr>
              <a:t>RoxHistory  /  초기 상세안 검토 기록</a:t>
            </a:r>
            <a:endParaRPr lang="ko-KR" sz="1200"/>
          </a:p>
        </p:txBody>
      </p:sp>
      <p:sp>
        <p:nvSpPr>
          <p:cNvPr id="6" name="page"/>
          <p:cNvSpPr txBox="1"/>
          <p:nvPr/>
        </p:nvSpPr>
        <p:spPr>
          <a:xfrm>
            <a:off x="11049000" y="6419850"/>
            <a:ext cx="457200" cy="285750"/>
          </a:xfrm>
          <a:prstGeom prst="rect">
            <a:avLst/>
          </a:prstGeom>
          <a:noFill/>
          <a:ln>
            <a:noFill/>
          </a:ln>
        </p:spPr>
        <p:txBody>
          <a:bodyPr wrap="square" lIns="0" rIns="0" tIns="0" bIns="0" anchor="t"/>
          <a:lstStyle/>
          <a:p>
            <a:r>
              <a:rPr lang="ko-KR" sz="1350">
                <a:solidFill>
                  <a:srgbClr val="626C79"/>
                </a:solidFill>
                <a:latin typeface="Malgun Gothic"/>
                <a:ea typeface="Malgun Gothic"/>
              </a:rPr>
              <a:t>10</a:t>
            </a:r>
            <a:endParaRPr lang="ko-KR" sz="1350"/>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11</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2026-10-28T21:49:13.9990000Z</dcterms:created>
  <dcterms:modified xsi:type="dcterms:W3CDTF">2026-10-28T21:49:13.9990000Z</dcterms:modified>
</coreProperties>
</file>